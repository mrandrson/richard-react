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3"/>
  </p:notesMasterIdLst>
  <p:sldIdLst>
    <p:sldId id="257" r:id="rId2"/>
  </p:sldIdLst>
  <p:sldSz cx="27432000" cy="36576000"/>
  <p:notesSz cx="6858000" cy="9144000"/>
  <p:defaultTextStyle>
    <a:defPPr>
      <a:defRPr lang="en-US"/>
    </a:defPPr>
    <a:lvl1pPr marL="0" algn="l" defTabSz="3072138" rtl="0" eaLnBrk="1" latinLnBrk="0" hangingPunct="1">
      <a:defRPr sz="6048" kern="1200">
        <a:solidFill>
          <a:schemeClr val="tx1"/>
        </a:solidFill>
        <a:latin typeface="+mn-lt"/>
        <a:ea typeface="+mn-ea"/>
        <a:cs typeface="+mn-cs"/>
      </a:defRPr>
    </a:lvl1pPr>
    <a:lvl2pPr marL="1536069" algn="l" defTabSz="3072138" rtl="0" eaLnBrk="1" latinLnBrk="0" hangingPunct="1">
      <a:defRPr sz="6048" kern="1200">
        <a:solidFill>
          <a:schemeClr val="tx1"/>
        </a:solidFill>
        <a:latin typeface="+mn-lt"/>
        <a:ea typeface="+mn-ea"/>
        <a:cs typeface="+mn-cs"/>
      </a:defRPr>
    </a:lvl2pPr>
    <a:lvl3pPr marL="3072138" algn="l" defTabSz="3072138" rtl="0" eaLnBrk="1" latinLnBrk="0" hangingPunct="1">
      <a:defRPr sz="6048" kern="1200">
        <a:solidFill>
          <a:schemeClr val="tx1"/>
        </a:solidFill>
        <a:latin typeface="+mn-lt"/>
        <a:ea typeface="+mn-ea"/>
        <a:cs typeface="+mn-cs"/>
      </a:defRPr>
    </a:lvl3pPr>
    <a:lvl4pPr marL="4608206" algn="l" defTabSz="3072138" rtl="0" eaLnBrk="1" latinLnBrk="0" hangingPunct="1">
      <a:defRPr sz="6048" kern="1200">
        <a:solidFill>
          <a:schemeClr val="tx1"/>
        </a:solidFill>
        <a:latin typeface="+mn-lt"/>
        <a:ea typeface="+mn-ea"/>
        <a:cs typeface="+mn-cs"/>
      </a:defRPr>
    </a:lvl4pPr>
    <a:lvl5pPr marL="6144278" algn="l" defTabSz="3072138" rtl="0" eaLnBrk="1" latinLnBrk="0" hangingPunct="1">
      <a:defRPr sz="6048" kern="1200">
        <a:solidFill>
          <a:schemeClr val="tx1"/>
        </a:solidFill>
        <a:latin typeface="+mn-lt"/>
        <a:ea typeface="+mn-ea"/>
        <a:cs typeface="+mn-cs"/>
      </a:defRPr>
    </a:lvl5pPr>
    <a:lvl6pPr marL="7680346" algn="l" defTabSz="3072138" rtl="0" eaLnBrk="1" latinLnBrk="0" hangingPunct="1">
      <a:defRPr sz="6048" kern="1200">
        <a:solidFill>
          <a:schemeClr val="tx1"/>
        </a:solidFill>
        <a:latin typeface="+mn-lt"/>
        <a:ea typeface="+mn-ea"/>
        <a:cs typeface="+mn-cs"/>
      </a:defRPr>
    </a:lvl6pPr>
    <a:lvl7pPr marL="9216415" algn="l" defTabSz="3072138" rtl="0" eaLnBrk="1" latinLnBrk="0" hangingPunct="1">
      <a:defRPr sz="6048" kern="1200">
        <a:solidFill>
          <a:schemeClr val="tx1"/>
        </a:solidFill>
        <a:latin typeface="+mn-lt"/>
        <a:ea typeface="+mn-ea"/>
        <a:cs typeface="+mn-cs"/>
      </a:defRPr>
    </a:lvl7pPr>
    <a:lvl8pPr marL="10752484" algn="l" defTabSz="3072138" rtl="0" eaLnBrk="1" latinLnBrk="0" hangingPunct="1">
      <a:defRPr sz="6048" kern="1200">
        <a:solidFill>
          <a:schemeClr val="tx1"/>
        </a:solidFill>
        <a:latin typeface="+mn-lt"/>
        <a:ea typeface="+mn-ea"/>
        <a:cs typeface="+mn-cs"/>
      </a:defRPr>
    </a:lvl8pPr>
    <a:lvl9pPr marL="12288553" algn="l" defTabSz="3072138" rtl="0" eaLnBrk="1" latinLnBrk="0" hangingPunct="1">
      <a:defRPr sz="6048"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8350E0-8FE7-624A-AC70-A33E87181D34}" v="37" dt="2025-07-31T17:53:56.3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53"/>
    <p:restoredTop sz="94694"/>
  </p:normalViewPr>
  <p:slideViewPr>
    <p:cSldViewPr snapToGrid="0" snapToObjects="1">
      <p:cViewPr>
        <p:scale>
          <a:sx n="60" d="100"/>
          <a:sy n="60" d="100"/>
        </p:scale>
        <p:origin x="312"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36F475-F7F5-6C41-B37C-656C49194CAF}" type="datetimeFigureOut">
              <a:rPr lang="en-US" smtClean="0"/>
              <a:t>7/31/25</a:t>
            </a:fld>
            <a:endParaRPr lang="en-US"/>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5839EF-EF2D-A244-8B03-02564FD38722}" type="slidenum">
              <a:rPr lang="en-US" smtClean="0"/>
              <a:t>‹#›</a:t>
            </a:fld>
            <a:endParaRPr lang="en-US"/>
          </a:p>
        </p:txBody>
      </p:sp>
    </p:spTree>
    <p:extLst>
      <p:ext uri="{BB962C8B-B14F-4D97-AF65-F5344CB8AC3E}">
        <p14:creationId xmlns:p14="http://schemas.microsoft.com/office/powerpoint/2010/main" val="2679280986"/>
      </p:ext>
    </p:extLst>
  </p:cSld>
  <p:clrMap bg1="lt1" tx1="dk1" bg2="lt2" tx2="dk2" accent1="accent1" accent2="accent2" accent3="accent3" accent4="accent4" accent5="accent5" accent6="accent6" hlink="hlink" folHlink="folHlink"/>
  <p:notesStyle>
    <a:lvl1pPr marL="0" algn="l" defTabSz="3072138" rtl="0" eaLnBrk="1" latinLnBrk="0" hangingPunct="1">
      <a:defRPr sz="4032" kern="1200">
        <a:solidFill>
          <a:schemeClr val="tx1"/>
        </a:solidFill>
        <a:latin typeface="+mn-lt"/>
        <a:ea typeface="+mn-ea"/>
        <a:cs typeface="+mn-cs"/>
      </a:defRPr>
    </a:lvl1pPr>
    <a:lvl2pPr marL="1536069" algn="l" defTabSz="3072138" rtl="0" eaLnBrk="1" latinLnBrk="0" hangingPunct="1">
      <a:defRPr sz="4032" kern="1200">
        <a:solidFill>
          <a:schemeClr val="tx1"/>
        </a:solidFill>
        <a:latin typeface="+mn-lt"/>
        <a:ea typeface="+mn-ea"/>
        <a:cs typeface="+mn-cs"/>
      </a:defRPr>
    </a:lvl2pPr>
    <a:lvl3pPr marL="3072138" algn="l" defTabSz="3072138" rtl="0" eaLnBrk="1" latinLnBrk="0" hangingPunct="1">
      <a:defRPr sz="4032" kern="1200">
        <a:solidFill>
          <a:schemeClr val="tx1"/>
        </a:solidFill>
        <a:latin typeface="+mn-lt"/>
        <a:ea typeface="+mn-ea"/>
        <a:cs typeface="+mn-cs"/>
      </a:defRPr>
    </a:lvl3pPr>
    <a:lvl4pPr marL="4608206" algn="l" defTabSz="3072138" rtl="0" eaLnBrk="1" latinLnBrk="0" hangingPunct="1">
      <a:defRPr sz="4032" kern="1200">
        <a:solidFill>
          <a:schemeClr val="tx1"/>
        </a:solidFill>
        <a:latin typeface="+mn-lt"/>
        <a:ea typeface="+mn-ea"/>
        <a:cs typeface="+mn-cs"/>
      </a:defRPr>
    </a:lvl4pPr>
    <a:lvl5pPr marL="6144278" algn="l" defTabSz="3072138" rtl="0" eaLnBrk="1" latinLnBrk="0" hangingPunct="1">
      <a:defRPr sz="4032" kern="1200">
        <a:solidFill>
          <a:schemeClr val="tx1"/>
        </a:solidFill>
        <a:latin typeface="+mn-lt"/>
        <a:ea typeface="+mn-ea"/>
        <a:cs typeface="+mn-cs"/>
      </a:defRPr>
    </a:lvl5pPr>
    <a:lvl6pPr marL="7680346" algn="l" defTabSz="3072138" rtl="0" eaLnBrk="1" latinLnBrk="0" hangingPunct="1">
      <a:defRPr sz="4032" kern="1200">
        <a:solidFill>
          <a:schemeClr val="tx1"/>
        </a:solidFill>
        <a:latin typeface="+mn-lt"/>
        <a:ea typeface="+mn-ea"/>
        <a:cs typeface="+mn-cs"/>
      </a:defRPr>
    </a:lvl6pPr>
    <a:lvl7pPr marL="9216415" algn="l" defTabSz="3072138" rtl="0" eaLnBrk="1" latinLnBrk="0" hangingPunct="1">
      <a:defRPr sz="4032" kern="1200">
        <a:solidFill>
          <a:schemeClr val="tx1"/>
        </a:solidFill>
        <a:latin typeface="+mn-lt"/>
        <a:ea typeface="+mn-ea"/>
        <a:cs typeface="+mn-cs"/>
      </a:defRPr>
    </a:lvl7pPr>
    <a:lvl8pPr marL="10752484" algn="l" defTabSz="3072138" rtl="0" eaLnBrk="1" latinLnBrk="0" hangingPunct="1">
      <a:defRPr sz="4032" kern="1200">
        <a:solidFill>
          <a:schemeClr val="tx1"/>
        </a:solidFill>
        <a:latin typeface="+mn-lt"/>
        <a:ea typeface="+mn-ea"/>
        <a:cs typeface="+mn-cs"/>
      </a:defRPr>
    </a:lvl8pPr>
    <a:lvl9pPr marL="12288553" algn="l" defTabSz="3072138" rtl="0" eaLnBrk="1" latinLnBrk="0" hangingPunct="1">
      <a:defRPr sz="4032"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642655364"/>
      </p:ext>
    </p:extLst>
  </p:cSld>
  <p:clrMapOvr>
    <a:masterClrMapping/>
  </p:clrMapOvr>
  <p:extLst>
    <p:ext uri="{DCECCB84-F9BA-43D5-87BE-67443E8EF086}">
      <p15:sldGuideLst xmlns:p15="http://schemas.microsoft.com/office/powerpoint/2012/main">
        <p15:guide id="7" orient="horz" pos="11520" userDrawn="1">
          <p15:clr>
            <a:srgbClr val="FBAE40"/>
          </p15:clr>
        </p15:guide>
        <p15:guide id="8" pos="8640" userDrawn="1">
          <p15:clr>
            <a:srgbClr val="FBAE40"/>
          </p15:clr>
        </p15:guide>
        <p15:guide id="9" orient="horz" pos="20736" userDrawn="1">
          <p15:clr>
            <a:srgbClr val="FBAE40"/>
          </p15:clr>
        </p15:guide>
        <p15:guide id="10" pos="810" userDrawn="1">
          <p15:clr>
            <a:srgbClr val="FBAE40"/>
          </p15:clr>
        </p15:guide>
        <p15:guide id="11" pos="16470" userDrawn="1">
          <p15:clr>
            <a:srgbClr val="FBAE40"/>
          </p15:clr>
        </p15:guide>
        <p15:guide id="12" orient="horz" pos="2124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F96C7-1801-CD4F-9F28-C99CEA00AEF8}"/>
              </a:ext>
            </a:extLst>
          </p:cNvPr>
          <p:cNvSpPr>
            <a:spLocks noGrp="1"/>
          </p:cNvSpPr>
          <p:nvPr>
            <p:ph type="title"/>
          </p:nvPr>
        </p:nvSpPr>
        <p:spPr/>
        <p:txBody>
          <a:bodyPr>
            <a:normAutofit/>
          </a:bodyPr>
          <a:lstStyle>
            <a:lvl1pPr>
              <a:defRPr sz="8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81FB783-2389-2044-9FEC-A01C09265EC1}"/>
              </a:ext>
            </a:extLst>
          </p:cNvPr>
          <p:cNvSpPr>
            <a:spLocks noGrp="1"/>
          </p:cNvSpPr>
          <p:nvPr>
            <p:ph idx="1"/>
          </p:nvPr>
        </p:nvSpPr>
        <p:spPr>
          <a:xfrm>
            <a:off x="1627908" y="6071616"/>
            <a:ext cx="24909570" cy="26261568"/>
          </a:xfrm>
        </p:spPr>
        <p:txBody>
          <a:bodyPr/>
          <a:lstStyle>
            <a:lvl1pPr>
              <a:buFont typeface="Arial" panose="020B0604020202020204" pitchFamily="34" charset="0"/>
              <a:buNone/>
              <a:defRPr sz="5000"/>
            </a:lvl1pPr>
          </a:lstStyle>
          <a:p>
            <a:pPr lvl="0"/>
            <a:r>
              <a:rPr lang="en-US"/>
              <a:t>Click to edit Master text styles</a:t>
            </a:r>
          </a:p>
        </p:txBody>
      </p:sp>
    </p:spTree>
    <p:extLst>
      <p:ext uri="{BB962C8B-B14F-4D97-AF65-F5344CB8AC3E}">
        <p14:creationId xmlns:p14="http://schemas.microsoft.com/office/powerpoint/2010/main" val="27945689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B965E-00C4-6F4C-8817-84A69C14D2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8926A3-B154-C14C-BFED-E141D3C8B7D4}"/>
              </a:ext>
            </a:extLst>
          </p:cNvPr>
          <p:cNvSpPr>
            <a:spLocks noGrp="1"/>
          </p:cNvSpPr>
          <p:nvPr>
            <p:ph sz="half" idx="1"/>
          </p:nvPr>
        </p:nvSpPr>
        <p:spPr>
          <a:xfrm>
            <a:off x="1285875" y="5744308"/>
            <a:ext cx="11658600" cy="271994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940C922-34CF-D846-A402-06F51B18941E}"/>
              </a:ext>
            </a:extLst>
          </p:cNvPr>
          <p:cNvSpPr>
            <a:spLocks noGrp="1"/>
          </p:cNvSpPr>
          <p:nvPr>
            <p:ph sz="half" idx="2"/>
          </p:nvPr>
        </p:nvSpPr>
        <p:spPr>
          <a:xfrm>
            <a:off x="13716000" y="9736668"/>
            <a:ext cx="11658600" cy="232071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71868AE-308B-D548-82A1-318656FC5556}"/>
              </a:ext>
            </a:extLst>
          </p:cNvPr>
          <p:cNvSpPr>
            <a:spLocks noGrp="1"/>
          </p:cNvSpPr>
          <p:nvPr>
            <p:ph type="sldNum" sz="quarter" idx="4"/>
          </p:nvPr>
        </p:nvSpPr>
        <p:spPr>
          <a:xfrm>
            <a:off x="25173033" y="33688509"/>
            <a:ext cx="973093" cy="1947333"/>
          </a:xfrm>
          <a:prstGeom prst="rect">
            <a:avLst/>
          </a:prstGeom>
        </p:spPr>
        <p:txBody>
          <a:bodyPr lIns="0" tIns="0" rIns="45720" bIns="0" anchor="ctr"/>
          <a:lstStyle>
            <a:lvl1pPr algn="r">
              <a:defRPr sz="2250"/>
            </a:lvl1pPr>
          </a:lstStyle>
          <a:p>
            <a:fld id="{933A556B-7C63-244D-9B7C-B0EA8042B330}" type="slidenum">
              <a:rPr lang="en-US" smtClean="0"/>
              <a:pPr/>
              <a:t>‹#›</a:t>
            </a:fld>
            <a:endParaRPr lang="en-US" sz="2250" dirty="0"/>
          </a:p>
        </p:txBody>
      </p:sp>
    </p:spTree>
    <p:extLst>
      <p:ext uri="{BB962C8B-B14F-4D97-AF65-F5344CB8AC3E}">
        <p14:creationId xmlns:p14="http://schemas.microsoft.com/office/powerpoint/2010/main" val="36306142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ACFC5-D97A-B448-B815-E68D1A9731E8}"/>
              </a:ext>
            </a:extLst>
          </p:cNvPr>
          <p:cNvSpPr>
            <a:spLocks noGrp="1"/>
          </p:cNvSpPr>
          <p:nvPr>
            <p:ph type="title"/>
          </p:nvPr>
        </p:nvSpPr>
        <p:spPr>
          <a:xfrm>
            <a:off x="1285875" y="1947337"/>
            <a:ext cx="23660100" cy="7069669"/>
          </a:xfrm>
        </p:spPr>
        <p:txBody>
          <a:bodyPr/>
          <a:lstStyle/>
          <a:p>
            <a:r>
              <a:rPr lang="en-US"/>
              <a:t>Click to edit Master title style</a:t>
            </a:r>
          </a:p>
        </p:txBody>
      </p:sp>
      <p:sp>
        <p:nvSpPr>
          <p:cNvPr id="3" name="Text Placeholder 2">
            <a:extLst>
              <a:ext uri="{FF2B5EF4-FFF2-40B4-BE49-F238E27FC236}">
                <a16:creationId xmlns:a16="http://schemas.microsoft.com/office/drawing/2014/main" id="{2EBFB46D-01D9-1D44-ABED-AC6282C16BC1}"/>
              </a:ext>
            </a:extLst>
          </p:cNvPr>
          <p:cNvSpPr>
            <a:spLocks noGrp="1"/>
          </p:cNvSpPr>
          <p:nvPr>
            <p:ph type="body" idx="1"/>
          </p:nvPr>
        </p:nvSpPr>
        <p:spPr>
          <a:xfrm>
            <a:off x="1285877" y="8966203"/>
            <a:ext cx="11605021" cy="4394198"/>
          </a:xfrm>
        </p:spPr>
        <p:txBody>
          <a:bodyPr anchor="b"/>
          <a:lstStyle>
            <a:lvl1pPr marL="0" indent="0">
              <a:buNone/>
              <a:defRPr sz="5400" b="1"/>
            </a:lvl1pPr>
            <a:lvl2pPr marL="1028618" indent="0">
              <a:buNone/>
              <a:defRPr sz="4500" b="1"/>
            </a:lvl2pPr>
            <a:lvl3pPr marL="2057236" indent="0">
              <a:buNone/>
              <a:defRPr sz="4050" b="1"/>
            </a:lvl3pPr>
            <a:lvl4pPr marL="3085853" indent="0">
              <a:buNone/>
              <a:defRPr sz="3600" b="1"/>
            </a:lvl4pPr>
            <a:lvl5pPr marL="4114470" indent="0">
              <a:buNone/>
              <a:defRPr sz="3600" b="1"/>
            </a:lvl5pPr>
            <a:lvl6pPr marL="5143088" indent="0">
              <a:buNone/>
              <a:defRPr sz="3600" b="1"/>
            </a:lvl6pPr>
            <a:lvl7pPr marL="6171706" indent="0">
              <a:buNone/>
              <a:defRPr sz="3600" b="1"/>
            </a:lvl7pPr>
            <a:lvl8pPr marL="7200324" indent="0">
              <a:buNone/>
              <a:defRPr sz="3600" b="1"/>
            </a:lvl8pPr>
            <a:lvl9pPr marL="8228942" indent="0">
              <a:buNone/>
              <a:defRPr sz="3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8F9F48-3F7F-A545-9387-0732A54B5B13}"/>
              </a:ext>
            </a:extLst>
          </p:cNvPr>
          <p:cNvSpPr>
            <a:spLocks noGrp="1"/>
          </p:cNvSpPr>
          <p:nvPr>
            <p:ph sz="half" idx="2"/>
          </p:nvPr>
        </p:nvSpPr>
        <p:spPr>
          <a:xfrm>
            <a:off x="1285877" y="13360400"/>
            <a:ext cx="11605021" cy="196511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0C0DC1-B7CB-B343-8B4E-8D57625AEA93}"/>
              </a:ext>
            </a:extLst>
          </p:cNvPr>
          <p:cNvSpPr>
            <a:spLocks noGrp="1"/>
          </p:cNvSpPr>
          <p:nvPr>
            <p:ph type="body" sz="quarter" idx="3"/>
          </p:nvPr>
        </p:nvSpPr>
        <p:spPr>
          <a:xfrm>
            <a:off x="13716000" y="8966203"/>
            <a:ext cx="11662173" cy="4394198"/>
          </a:xfrm>
        </p:spPr>
        <p:txBody>
          <a:bodyPr anchor="b"/>
          <a:lstStyle>
            <a:lvl1pPr marL="0" indent="0">
              <a:buNone/>
              <a:defRPr sz="5400" b="1"/>
            </a:lvl1pPr>
            <a:lvl2pPr marL="1028618" indent="0">
              <a:buNone/>
              <a:defRPr sz="4500" b="1"/>
            </a:lvl2pPr>
            <a:lvl3pPr marL="2057236" indent="0">
              <a:buNone/>
              <a:defRPr sz="4050" b="1"/>
            </a:lvl3pPr>
            <a:lvl4pPr marL="3085853" indent="0">
              <a:buNone/>
              <a:defRPr sz="3600" b="1"/>
            </a:lvl4pPr>
            <a:lvl5pPr marL="4114470" indent="0">
              <a:buNone/>
              <a:defRPr sz="3600" b="1"/>
            </a:lvl5pPr>
            <a:lvl6pPr marL="5143088" indent="0">
              <a:buNone/>
              <a:defRPr sz="3600" b="1"/>
            </a:lvl6pPr>
            <a:lvl7pPr marL="6171706" indent="0">
              <a:buNone/>
              <a:defRPr sz="3600" b="1"/>
            </a:lvl7pPr>
            <a:lvl8pPr marL="7200324" indent="0">
              <a:buNone/>
              <a:defRPr sz="3600" b="1"/>
            </a:lvl8pPr>
            <a:lvl9pPr marL="8228942" indent="0">
              <a:buNone/>
              <a:defRPr sz="3600" b="1"/>
            </a:lvl9pPr>
          </a:lstStyle>
          <a:p>
            <a:pPr lvl="0"/>
            <a:r>
              <a:rPr lang="en-US"/>
              <a:t>Click to edit Master text styles</a:t>
            </a:r>
          </a:p>
        </p:txBody>
      </p:sp>
      <p:sp>
        <p:nvSpPr>
          <p:cNvPr id="6" name="Content Placeholder 5">
            <a:extLst>
              <a:ext uri="{FF2B5EF4-FFF2-40B4-BE49-F238E27FC236}">
                <a16:creationId xmlns:a16="http://schemas.microsoft.com/office/drawing/2014/main" id="{782689F1-F4A7-6440-A9D9-1BF6E3E127B0}"/>
              </a:ext>
            </a:extLst>
          </p:cNvPr>
          <p:cNvSpPr>
            <a:spLocks noGrp="1"/>
          </p:cNvSpPr>
          <p:nvPr>
            <p:ph sz="quarter" idx="4"/>
          </p:nvPr>
        </p:nvSpPr>
        <p:spPr>
          <a:xfrm>
            <a:off x="13716000" y="13360400"/>
            <a:ext cx="11662173" cy="196511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a:extLst>
              <a:ext uri="{FF2B5EF4-FFF2-40B4-BE49-F238E27FC236}">
                <a16:creationId xmlns:a16="http://schemas.microsoft.com/office/drawing/2014/main" id="{24E88283-FA1D-D040-8AFC-1D07DFC302AA}"/>
              </a:ext>
            </a:extLst>
          </p:cNvPr>
          <p:cNvSpPr>
            <a:spLocks noGrp="1"/>
          </p:cNvSpPr>
          <p:nvPr>
            <p:ph type="sldNum" sz="quarter" idx="10"/>
          </p:nvPr>
        </p:nvSpPr>
        <p:spPr>
          <a:xfrm>
            <a:off x="25173033" y="33688509"/>
            <a:ext cx="973093" cy="1947333"/>
          </a:xfrm>
          <a:prstGeom prst="rect">
            <a:avLst/>
          </a:prstGeom>
        </p:spPr>
        <p:txBody>
          <a:bodyPr lIns="0" tIns="0" rIns="45720" bIns="0" anchor="ctr"/>
          <a:lstStyle>
            <a:lvl1pPr algn="r">
              <a:defRPr sz="2250"/>
            </a:lvl1pPr>
          </a:lstStyle>
          <a:p>
            <a:fld id="{933A556B-7C63-244D-9B7C-B0EA8042B330}" type="slidenum">
              <a:rPr lang="en-US" smtClean="0"/>
              <a:pPr/>
              <a:t>‹#›</a:t>
            </a:fld>
            <a:endParaRPr lang="en-US" sz="2250" dirty="0"/>
          </a:p>
        </p:txBody>
      </p:sp>
    </p:spTree>
    <p:extLst>
      <p:ext uri="{BB962C8B-B14F-4D97-AF65-F5344CB8AC3E}">
        <p14:creationId xmlns:p14="http://schemas.microsoft.com/office/powerpoint/2010/main" val="3573931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B70F5-09AC-CD48-85DB-1752A5E862CB}"/>
              </a:ext>
            </a:extLst>
          </p:cNvPr>
          <p:cNvSpPr>
            <a:spLocks noGrp="1"/>
          </p:cNvSpPr>
          <p:nvPr>
            <p:ph type="title"/>
          </p:nvPr>
        </p:nvSpPr>
        <p:spPr/>
        <p:txBody>
          <a:bodyPr/>
          <a:lstStyle/>
          <a:p>
            <a:r>
              <a:rPr lang="en-US"/>
              <a:t>Click to edit Master title style</a:t>
            </a:r>
          </a:p>
        </p:txBody>
      </p:sp>
      <p:sp>
        <p:nvSpPr>
          <p:cNvPr id="6" name="Slide Number Placeholder 5">
            <a:extLst>
              <a:ext uri="{FF2B5EF4-FFF2-40B4-BE49-F238E27FC236}">
                <a16:creationId xmlns:a16="http://schemas.microsoft.com/office/drawing/2014/main" id="{00D6FDB5-5C90-C844-8D34-266A469CEC57}"/>
              </a:ext>
            </a:extLst>
          </p:cNvPr>
          <p:cNvSpPr>
            <a:spLocks noGrp="1"/>
          </p:cNvSpPr>
          <p:nvPr>
            <p:ph type="sldNum" sz="quarter" idx="4"/>
          </p:nvPr>
        </p:nvSpPr>
        <p:spPr>
          <a:xfrm>
            <a:off x="25173033" y="33688509"/>
            <a:ext cx="973093" cy="1947333"/>
          </a:xfrm>
          <a:prstGeom prst="rect">
            <a:avLst/>
          </a:prstGeom>
        </p:spPr>
        <p:txBody>
          <a:bodyPr lIns="0" tIns="0" rIns="45720" bIns="0" anchor="ctr"/>
          <a:lstStyle>
            <a:lvl1pPr algn="r">
              <a:defRPr sz="2250"/>
            </a:lvl1pPr>
          </a:lstStyle>
          <a:p>
            <a:fld id="{933A556B-7C63-244D-9B7C-B0EA8042B330}" type="slidenum">
              <a:rPr lang="en-US" smtClean="0"/>
              <a:pPr/>
              <a:t>‹#›</a:t>
            </a:fld>
            <a:endParaRPr lang="en-US" sz="2250" dirty="0"/>
          </a:p>
        </p:txBody>
      </p:sp>
    </p:spTree>
    <p:extLst>
      <p:ext uri="{BB962C8B-B14F-4D97-AF65-F5344CB8AC3E}">
        <p14:creationId xmlns:p14="http://schemas.microsoft.com/office/powerpoint/2010/main" val="41335934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87D20343-9337-0E42-A01C-2815CA8E0561}"/>
              </a:ext>
            </a:extLst>
          </p:cNvPr>
          <p:cNvSpPr>
            <a:spLocks noGrp="1"/>
          </p:cNvSpPr>
          <p:nvPr>
            <p:ph type="sldNum" sz="quarter" idx="4"/>
          </p:nvPr>
        </p:nvSpPr>
        <p:spPr>
          <a:xfrm>
            <a:off x="25173033" y="33688509"/>
            <a:ext cx="973093" cy="1947333"/>
          </a:xfrm>
          <a:prstGeom prst="rect">
            <a:avLst/>
          </a:prstGeom>
        </p:spPr>
        <p:txBody>
          <a:bodyPr lIns="0" tIns="0" rIns="45720" bIns="0" anchor="ctr"/>
          <a:lstStyle>
            <a:lvl1pPr algn="r">
              <a:defRPr sz="2250"/>
            </a:lvl1pPr>
          </a:lstStyle>
          <a:p>
            <a:fld id="{933A556B-7C63-244D-9B7C-B0EA8042B330}" type="slidenum">
              <a:rPr lang="en-US" smtClean="0"/>
              <a:pPr/>
              <a:t>‹#›</a:t>
            </a:fld>
            <a:endParaRPr lang="en-US" sz="2250" dirty="0"/>
          </a:p>
        </p:txBody>
      </p:sp>
    </p:spTree>
    <p:extLst>
      <p:ext uri="{BB962C8B-B14F-4D97-AF65-F5344CB8AC3E}">
        <p14:creationId xmlns:p14="http://schemas.microsoft.com/office/powerpoint/2010/main" val="2391252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84E83-FA30-AE49-A809-D1503D6A5772}"/>
              </a:ext>
            </a:extLst>
          </p:cNvPr>
          <p:cNvSpPr>
            <a:spLocks noGrp="1"/>
          </p:cNvSpPr>
          <p:nvPr>
            <p:ph type="title"/>
          </p:nvPr>
        </p:nvSpPr>
        <p:spPr>
          <a:xfrm>
            <a:off x="1889524" y="2438400"/>
            <a:ext cx="8847533" cy="8534400"/>
          </a:xfrm>
        </p:spPr>
        <p:txBody>
          <a:bodyPr anchor="b"/>
          <a:lstStyle>
            <a:lvl1pPr>
              <a:defRPr sz="7200"/>
            </a:lvl1pPr>
          </a:lstStyle>
          <a:p>
            <a:r>
              <a:rPr lang="en-US"/>
              <a:t>Click to edit Master title style</a:t>
            </a:r>
          </a:p>
        </p:txBody>
      </p:sp>
      <p:sp>
        <p:nvSpPr>
          <p:cNvPr id="3" name="Content Placeholder 2">
            <a:extLst>
              <a:ext uri="{FF2B5EF4-FFF2-40B4-BE49-F238E27FC236}">
                <a16:creationId xmlns:a16="http://schemas.microsoft.com/office/drawing/2014/main" id="{1FF97B18-F1D3-C845-98E1-FCEEFD596FE2}"/>
              </a:ext>
            </a:extLst>
          </p:cNvPr>
          <p:cNvSpPr>
            <a:spLocks noGrp="1"/>
          </p:cNvSpPr>
          <p:nvPr>
            <p:ph idx="1"/>
          </p:nvPr>
        </p:nvSpPr>
        <p:spPr>
          <a:xfrm>
            <a:off x="11662173" y="5266270"/>
            <a:ext cx="13887450" cy="25992667"/>
          </a:xfrm>
        </p:spPr>
        <p:txBody>
          <a:bodyPr/>
          <a:lstStyle>
            <a:lvl1pPr>
              <a:defRPr sz="7200"/>
            </a:lvl1pPr>
            <a:lvl2pPr>
              <a:defRPr sz="6300"/>
            </a:lvl2pPr>
            <a:lvl3pPr>
              <a:defRPr sz="5400"/>
            </a:lvl3pPr>
            <a:lvl4pPr>
              <a:defRPr sz="4500"/>
            </a:lvl4pPr>
            <a:lvl5pPr>
              <a:defRPr sz="4500"/>
            </a:lvl5pPr>
            <a:lvl6pPr>
              <a:defRPr sz="4500"/>
            </a:lvl6pPr>
            <a:lvl7pPr>
              <a:defRPr sz="4500"/>
            </a:lvl7pPr>
            <a:lvl8pPr>
              <a:defRPr sz="4500"/>
            </a:lvl8pPr>
            <a:lvl9pPr>
              <a:defRPr sz="4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B0677A6-B440-D244-B039-82AFE3A152A3}"/>
              </a:ext>
            </a:extLst>
          </p:cNvPr>
          <p:cNvSpPr>
            <a:spLocks noGrp="1"/>
          </p:cNvSpPr>
          <p:nvPr>
            <p:ph type="body" sz="half" idx="2"/>
          </p:nvPr>
        </p:nvSpPr>
        <p:spPr>
          <a:xfrm>
            <a:off x="1889524" y="10972802"/>
            <a:ext cx="8847533" cy="20328469"/>
          </a:xfrm>
        </p:spPr>
        <p:txBody>
          <a:bodyPr/>
          <a:lstStyle>
            <a:lvl1pPr marL="0" indent="0">
              <a:buNone/>
              <a:defRPr sz="3600"/>
            </a:lvl1pPr>
            <a:lvl2pPr marL="1028618" indent="0">
              <a:buNone/>
              <a:defRPr sz="3150"/>
            </a:lvl2pPr>
            <a:lvl3pPr marL="2057236" indent="0">
              <a:buNone/>
              <a:defRPr sz="2700"/>
            </a:lvl3pPr>
            <a:lvl4pPr marL="3085853" indent="0">
              <a:buNone/>
              <a:defRPr sz="2250"/>
            </a:lvl4pPr>
            <a:lvl5pPr marL="4114470" indent="0">
              <a:buNone/>
              <a:defRPr sz="2250"/>
            </a:lvl5pPr>
            <a:lvl6pPr marL="5143088" indent="0">
              <a:buNone/>
              <a:defRPr sz="2250"/>
            </a:lvl6pPr>
            <a:lvl7pPr marL="6171706" indent="0">
              <a:buNone/>
              <a:defRPr sz="2250"/>
            </a:lvl7pPr>
            <a:lvl8pPr marL="7200324" indent="0">
              <a:buNone/>
              <a:defRPr sz="2250"/>
            </a:lvl8pPr>
            <a:lvl9pPr marL="8228942" indent="0">
              <a:buNone/>
              <a:defRPr sz="2250"/>
            </a:lvl9pPr>
          </a:lstStyle>
          <a:p>
            <a:pPr lvl="0"/>
            <a:r>
              <a:rPr lang="en-US"/>
              <a:t>Click to edit Master text styles</a:t>
            </a:r>
          </a:p>
        </p:txBody>
      </p:sp>
      <p:sp>
        <p:nvSpPr>
          <p:cNvPr id="8" name="Slide Number Placeholder 5">
            <a:extLst>
              <a:ext uri="{FF2B5EF4-FFF2-40B4-BE49-F238E27FC236}">
                <a16:creationId xmlns:a16="http://schemas.microsoft.com/office/drawing/2014/main" id="{6ACFED41-9DB8-3441-9E99-88FCE31DC294}"/>
              </a:ext>
            </a:extLst>
          </p:cNvPr>
          <p:cNvSpPr>
            <a:spLocks noGrp="1"/>
          </p:cNvSpPr>
          <p:nvPr>
            <p:ph type="sldNum" sz="quarter" idx="4"/>
          </p:nvPr>
        </p:nvSpPr>
        <p:spPr>
          <a:xfrm>
            <a:off x="25173033" y="33688509"/>
            <a:ext cx="973093" cy="1947333"/>
          </a:xfrm>
          <a:prstGeom prst="rect">
            <a:avLst/>
          </a:prstGeom>
        </p:spPr>
        <p:txBody>
          <a:bodyPr lIns="0" tIns="0" rIns="45720" bIns="0" anchor="ctr"/>
          <a:lstStyle>
            <a:lvl1pPr algn="r">
              <a:defRPr sz="2250"/>
            </a:lvl1pPr>
          </a:lstStyle>
          <a:p>
            <a:fld id="{933A556B-7C63-244D-9B7C-B0EA8042B330}" type="slidenum">
              <a:rPr lang="en-US" smtClean="0"/>
              <a:pPr/>
              <a:t>‹#›</a:t>
            </a:fld>
            <a:endParaRPr lang="en-US" sz="2250" dirty="0"/>
          </a:p>
        </p:txBody>
      </p:sp>
    </p:spTree>
    <p:extLst>
      <p:ext uri="{BB962C8B-B14F-4D97-AF65-F5344CB8AC3E}">
        <p14:creationId xmlns:p14="http://schemas.microsoft.com/office/powerpoint/2010/main" val="41603393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999BF-B963-A049-A11E-595313950FCA}"/>
              </a:ext>
            </a:extLst>
          </p:cNvPr>
          <p:cNvSpPr>
            <a:spLocks noGrp="1"/>
          </p:cNvSpPr>
          <p:nvPr>
            <p:ph type="title"/>
          </p:nvPr>
        </p:nvSpPr>
        <p:spPr>
          <a:xfrm>
            <a:off x="1889524" y="2438400"/>
            <a:ext cx="8847533" cy="8534400"/>
          </a:xfrm>
        </p:spPr>
        <p:txBody>
          <a:bodyPr anchor="b"/>
          <a:lstStyle>
            <a:lvl1pPr>
              <a:defRPr sz="7200"/>
            </a:lvl1pPr>
          </a:lstStyle>
          <a:p>
            <a:r>
              <a:rPr lang="en-US"/>
              <a:t>Click to edit Master title style</a:t>
            </a:r>
          </a:p>
        </p:txBody>
      </p:sp>
      <p:sp>
        <p:nvSpPr>
          <p:cNvPr id="3" name="Picture Placeholder 2">
            <a:extLst>
              <a:ext uri="{FF2B5EF4-FFF2-40B4-BE49-F238E27FC236}">
                <a16:creationId xmlns:a16="http://schemas.microsoft.com/office/drawing/2014/main" id="{6BA4A0F9-2FD7-DE46-AE52-AD7C0C073AC7}"/>
              </a:ext>
            </a:extLst>
          </p:cNvPr>
          <p:cNvSpPr>
            <a:spLocks noGrp="1"/>
          </p:cNvSpPr>
          <p:nvPr>
            <p:ph type="pic" idx="1"/>
          </p:nvPr>
        </p:nvSpPr>
        <p:spPr>
          <a:xfrm>
            <a:off x="11662173" y="5266270"/>
            <a:ext cx="13887450" cy="25992667"/>
          </a:xfrm>
        </p:spPr>
        <p:txBody>
          <a:bodyPr/>
          <a:lstStyle>
            <a:lvl1pPr marL="0" indent="0">
              <a:buNone/>
              <a:defRPr sz="7200"/>
            </a:lvl1pPr>
            <a:lvl2pPr marL="1028618" indent="0">
              <a:buNone/>
              <a:defRPr sz="6300"/>
            </a:lvl2pPr>
            <a:lvl3pPr marL="2057236" indent="0">
              <a:buNone/>
              <a:defRPr sz="5400"/>
            </a:lvl3pPr>
            <a:lvl4pPr marL="3085853" indent="0">
              <a:buNone/>
              <a:defRPr sz="4500"/>
            </a:lvl4pPr>
            <a:lvl5pPr marL="4114470" indent="0">
              <a:buNone/>
              <a:defRPr sz="4500"/>
            </a:lvl5pPr>
            <a:lvl6pPr marL="5143088" indent="0">
              <a:buNone/>
              <a:defRPr sz="4500"/>
            </a:lvl6pPr>
            <a:lvl7pPr marL="6171706" indent="0">
              <a:buNone/>
              <a:defRPr sz="4500"/>
            </a:lvl7pPr>
            <a:lvl8pPr marL="7200324" indent="0">
              <a:buNone/>
              <a:defRPr sz="4500"/>
            </a:lvl8pPr>
            <a:lvl9pPr marL="8228942" indent="0">
              <a:buNone/>
              <a:defRPr sz="4500"/>
            </a:lvl9pPr>
          </a:lstStyle>
          <a:p>
            <a:r>
              <a:rPr lang="en-US"/>
              <a:t>Click icon to add picture</a:t>
            </a:r>
          </a:p>
        </p:txBody>
      </p:sp>
      <p:sp>
        <p:nvSpPr>
          <p:cNvPr id="4" name="Text Placeholder 3">
            <a:extLst>
              <a:ext uri="{FF2B5EF4-FFF2-40B4-BE49-F238E27FC236}">
                <a16:creationId xmlns:a16="http://schemas.microsoft.com/office/drawing/2014/main" id="{A59413AE-9723-9D45-B482-FF92ED073F46}"/>
              </a:ext>
            </a:extLst>
          </p:cNvPr>
          <p:cNvSpPr>
            <a:spLocks noGrp="1"/>
          </p:cNvSpPr>
          <p:nvPr>
            <p:ph type="body" sz="half" idx="2"/>
          </p:nvPr>
        </p:nvSpPr>
        <p:spPr>
          <a:xfrm>
            <a:off x="1889524" y="10972802"/>
            <a:ext cx="8847533" cy="20328469"/>
          </a:xfrm>
        </p:spPr>
        <p:txBody>
          <a:bodyPr/>
          <a:lstStyle>
            <a:lvl1pPr marL="0" indent="0">
              <a:buNone/>
              <a:defRPr sz="3600"/>
            </a:lvl1pPr>
            <a:lvl2pPr marL="1028618" indent="0">
              <a:buNone/>
              <a:defRPr sz="3150"/>
            </a:lvl2pPr>
            <a:lvl3pPr marL="2057236" indent="0">
              <a:buNone/>
              <a:defRPr sz="2700"/>
            </a:lvl3pPr>
            <a:lvl4pPr marL="3085853" indent="0">
              <a:buNone/>
              <a:defRPr sz="2250"/>
            </a:lvl4pPr>
            <a:lvl5pPr marL="4114470" indent="0">
              <a:buNone/>
              <a:defRPr sz="2250"/>
            </a:lvl5pPr>
            <a:lvl6pPr marL="5143088" indent="0">
              <a:buNone/>
              <a:defRPr sz="2250"/>
            </a:lvl6pPr>
            <a:lvl7pPr marL="6171706" indent="0">
              <a:buNone/>
              <a:defRPr sz="2250"/>
            </a:lvl7pPr>
            <a:lvl8pPr marL="7200324" indent="0">
              <a:buNone/>
              <a:defRPr sz="2250"/>
            </a:lvl8pPr>
            <a:lvl9pPr marL="8228942" indent="0">
              <a:buNone/>
              <a:defRPr sz="2250"/>
            </a:lvl9pPr>
          </a:lstStyle>
          <a:p>
            <a:pPr lvl="0"/>
            <a:r>
              <a:rPr lang="en-US"/>
              <a:t>Click to edit Master text styles</a:t>
            </a:r>
          </a:p>
        </p:txBody>
      </p:sp>
      <p:sp>
        <p:nvSpPr>
          <p:cNvPr id="8" name="Slide Number Placeholder 5">
            <a:extLst>
              <a:ext uri="{FF2B5EF4-FFF2-40B4-BE49-F238E27FC236}">
                <a16:creationId xmlns:a16="http://schemas.microsoft.com/office/drawing/2014/main" id="{B0BC717A-FCD7-0D46-A097-931C02281585}"/>
              </a:ext>
            </a:extLst>
          </p:cNvPr>
          <p:cNvSpPr>
            <a:spLocks noGrp="1"/>
          </p:cNvSpPr>
          <p:nvPr>
            <p:ph type="sldNum" sz="quarter" idx="4"/>
          </p:nvPr>
        </p:nvSpPr>
        <p:spPr>
          <a:xfrm>
            <a:off x="25173033" y="33688509"/>
            <a:ext cx="973093" cy="1947333"/>
          </a:xfrm>
          <a:prstGeom prst="rect">
            <a:avLst/>
          </a:prstGeom>
        </p:spPr>
        <p:txBody>
          <a:bodyPr lIns="0" tIns="0" rIns="45720" bIns="0" anchor="ctr"/>
          <a:lstStyle>
            <a:lvl1pPr algn="r">
              <a:defRPr sz="2250"/>
            </a:lvl1pPr>
          </a:lstStyle>
          <a:p>
            <a:fld id="{933A556B-7C63-244D-9B7C-B0EA8042B330}" type="slidenum">
              <a:rPr lang="en-US" smtClean="0"/>
              <a:pPr/>
              <a:t>‹#›</a:t>
            </a:fld>
            <a:endParaRPr lang="en-US" sz="2250" dirty="0"/>
          </a:p>
        </p:txBody>
      </p:sp>
    </p:spTree>
    <p:extLst>
      <p:ext uri="{BB962C8B-B14F-4D97-AF65-F5344CB8AC3E}">
        <p14:creationId xmlns:p14="http://schemas.microsoft.com/office/powerpoint/2010/main" val="1811919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0FA0D-AA3C-664A-87D2-78DEA605DFE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105DD7F-359B-0241-A0E1-CB41463949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194FE3B0-EE83-EE47-9729-1EF195304D10}"/>
              </a:ext>
            </a:extLst>
          </p:cNvPr>
          <p:cNvSpPr>
            <a:spLocks noGrp="1"/>
          </p:cNvSpPr>
          <p:nvPr>
            <p:ph type="sldNum" sz="quarter" idx="4"/>
          </p:nvPr>
        </p:nvSpPr>
        <p:spPr>
          <a:xfrm>
            <a:off x="25173033" y="33688509"/>
            <a:ext cx="973093" cy="1947333"/>
          </a:xfrm>
          <a:prstGeom prst="rect">
            <a:avLst/>
          </a:prstGeom>
        </p:spPr>
        <p:txBody>
          <a:bodyPr lIns="0" tIns="0" rIns="45720" bIns="0" anchor="ctr"/>
          <a:lstStyle>
            <a:lvl1pPr algn="r">
              <a:defRPr sz="2250"/>
            </a:lvl1pPr>
          </a:lstStyle>
          <a:p>
            <a:fld id="{933A556B-7C63-244D-9B7C-B0EA8042B330}" type="slidenum">
              <a:rPr lang="en-US" smtClean="0"/>
              <a:pPr/>
              <a:t>‹#›</a:t>
            </a:fld>
            <a:endParaRPr lang="en-US" sz="2250" dirty="0"/>
          </a:p>
        </p:txBody>
      </p:sp>
    </p:spTree>
    <p:extLst>
      <p:ext uri="{BB962C8B-B14F-4D97-AF65-F5344CB8AC3E}">
        <p14:creationId xmlns:p14="http://schemas.microsoft.com/office/powerpoint/2010/main" val="2381660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7785AC-BC0C-8F4E-B552-D8A6AD40EEB4}"/>
              </a:ext>
            </a:extLst>
          </p:cNvPr>
          <p:cNvSpPr>
            <a:spLocks noGrp="1"/>
          </p:cNvSpPr>
          <p:nvPr>
            <p:ph type="title" orient="vert"/>
          </p:nvPr>
        </p:nvSpPr>
        <p:spPr>
          <a:xfrm>
            <a:off x="19631026" y="1947335"/>
            <a:ext cx="5915025" cy="3099646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59A820-91F6-F544-8B07-61605B067C56}"/>
              </a:ext>
            </a:extLst>
          </p:cNvPr>
          <p:cNvSpPr>
            <a:spLocks noGrp="1"/>
          </p:cNvSpPr>
          <p:nvPr>
            <p:ph type="body" orient="vert" idx="1"/>
          </p:nvPr>
        </p:nvSpPr>
        <p:spPr>
          <a:xfrm>
            <a:off x="1885951" y="1947335"/>
            <a:ext cx="17402175" cy="3099646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E1FAE437-C75F-3A40-9104-1FFF2D5E7948}"/>
              </a:ext>
            </a:extLst>
          </p:cNvPr>
          <p:cNvSpPr>
            <a:spLocks noGrp="1"/>
          </p:cNvSpPr>
          <p:nvPr>
            <p:ph type="sldNum" sz="quarter" idx="4"/>
          </p:nvPr>
        </p:nvSpPr>
        <p:spPr>
          <a:xfrm>
            <a:off x="25173033" y="33688509"/>
            <a:ext cx="973093" cy="1947333"/>
          </a:xfrm>
          <a:prstGeom prst="rect">
            <a:avLst/>
          </a:prstGeom>
        </p:spPr>
        <p:txBody>
          <a:bodyPr lIns="0" tIns="0" rIns="45720" bIns="0" anchor="ctr"/>
          <a:lstStyle>
            <a:lvl1pPr algn="r">
              <a:defRPr sz="2250"/>
            </a:lvl1pPr>
          </a:lstStyle>
          <a:p>
            <a:fld id="{933A556B-7C63-244D-9B7C-B0EA8042B330}" type="slidenum">
              <a:rPr lang="en-US" smtClean="0"/>
              <a:pPr/>
              <a:t>‹#›</a:t>
            </a:fld>
            <a:endParaRPr lang="en-US" sz="2250" dirty="0"/>
          </a:p>
        </p:txBody>
      </p:sp>
    </p:spTree>
    <p:extLst>
      <p:ext uri="{BB962C8B-B14F-4D97-AF65-F5344CB8AC3E}">
        <p14:creationId xmlns:p14="http://schemas.microsoft.com/office/powerpoint/2010/main" val="10660975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7DAAA2-8718-2247-8539-9A0DC22C048C}"/>
              </a:ext>
            </a:extLst>
          </p:cNvPr>
          <p:cNvSpPr>
            <a:spLocks noGrp="1"/>
          </p:cNvSpPr>
          <p:nvPr>
            <p:ph type="title"/>
          </p:nvPr>
        </p:nvSpPr>
        <p:spPr>
          <a:xfrm>
            <a:off x="1627908" y="940160"/>
            <a:ext cx="24909570" cy="3455996"/>
          </a:xfrm>
          <a:prstGeom prst="rect">
            <a:avLst/>
          </a:prstGeom>
        </p:spPr>
        <p:txBody>
          <a:bodyPr vert="horz" lIns="91440" tIns="45720" rIns="91440" bIns="45720" rtlCol="0" anchor="t" anchorCtr="0">
            <a:normAutofit/>
          </a:bodyPr>
          <a:lstStyle/>
          <a:p>
            <a:endParaRPr lang="en-US" dirty="0"/>
          </a:p>
        </p:txBody>
      </p:sp>
      <p:sp>
        <p:nvSpPr>
          <p:cNvPr id="3" name="Text Placeholder 2">
            <a:extLst>
              <a:ext uri="{FF2B5EF4-FFF2-40B4-BE49-F238E27FC236}">
                <a16:creationId xmlns:a16="http://schemas.microsoft.com/office/drawing/2014/main" id="{A73056FE-C136-A54B-9DE3-EACD8E08FED9}"/>
              </a:ext>
            </a:extLst>
          </p:cNvPr>
          <p:cNvSpPr>
            <a:spLocks noGrp="1"/>
          </p:cNvSpPr>
          <p:nvPr>
            <p:ph type="body" idx="1"/>
          </p:nvPr>
        </p:nvSpPr>
        <p:spPr>
          <a:xfrm>
            <a:off x="1627908" y="5509846"/>
            <a:ext cx="24909570" cy="27256154"/>
          </a:xfrm>
          <a:prstGeom prst="rect">
            <a:avLst/>
          </a:prstGeom>
        </p:spPr>
        <p:txBody>
          <a:bodyPr vert="horz" lIns="91440" tIns="45720" rIns="91440" bIns="45720" rtlCol="0">
            <a:normAutofit/>
          </a:bodyPr>
          <a:lstStyle/>
          <a:p>
            <a:pPr lvl="0"/>
            <a:r>
              <a:rPr lang="en-US" dirty="0"/>
              <a:t>Click to edit Master text styles</a:t>
            </a:r>
          </a:p>
        </p:txBody>
      </p:sp>
    </p:spTree>
    <p:extLst>
      <p:ext uri="{BB962C8B-B14F-4D97-AF65-F5344CB8AC3E}">
        <p14:creationId xmlns:p14="http://schemas.microsoft.com/office/powerpoint/2010/main" val="5445211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Lst>
  <p:hf hdr="0" ftr="0" dt="0"/>
  <p:txStyles>
    <p:titleStyle>
      <a:lvl1pPr algn="l" defTabSz="2057236" rtl="0" eaLnBrk="1" latinLnBrk="0" hangingPunct="1">
        <a:lnSpc>
          <a:spcPct val="90000"/>
        </a:lnSpc>
        <a:spcBef>
          <a:spcPct val="0"/>
        </a:spcBef>
        <a:buNone/>
        <a:defRPr sz="8000" b="1" kern="1200">
          <a:solidFill>
            <a:schemeClr val="tx1"/>
          </a:solidFill>
          <a:latin typeface="+mn-lt"/>
          <a:ea typeface="+mj-ea"/>
          <a:cs typeface="+mj-cs"/>
        </a:defRPr>
      </a:lvl1pPr>
    </p:titleStyle>
    <p:bodyStyle>
      <a:lvl1pPr marL="0" indent="0" algn="l" defTabSz="2057236" rtl="0" eaLnBrk="1" latinLnBrk="0" hangingPunct="1">
        <a:lnSpc>
          <a:spcPct val="90000"/>
        </a:lnSpc>
        <a:spcBef>
          <a:spcPts val="2250"/>
        </a:spcBef>
        <a:buFontTx/>
        <a:buNone/>
        <a:defRPr sz="5000" kern="1200">
          <a:solidFill>
            <a:schemeClr val="tx1"/>
          </a:solidFill>
          <a:latin typeface="+mn-lt"/>
          <a:ea typeface="+mn-ea"/>
          <a:cs typeface="+mn-cs"/>
        </a:defRPr>
      </a:lvl1pPr>
      <a:lvl2pPr marL="1028618" indent="0" algn="l" defTabSz="2057236" rtl="0" eaLnBrk="1" latinLnBrk="0" hangingPunct="1">
        <a:lnSpc>
          <a:spcPct val="90000"/>
        </a:lnSpc>
        <a:spcBef>
          <a:spcPts val="1125"/>
        </a:spcBef>
        <a:buFontTx/>
        <a:buNone/>
        <a:defRPr sz="5400" kern="1200">
          <a:solidFill>
            <a:schemeClr val="tx1"/>
          </a:solidFill>
          <a:latin typeface="+mn-lt"/>
          <a:ea typeface="+mn-ea"/>
          <a:cs typeface="+mn-cs"/>
        </a:defRPr>
      </a:lvl2pPr>
      <a:lvl3pPr marL="2057236" indent="0" algn="l" defTabSz="2057236" rtl="0" eaLnBrk="1" latinLnBrk="0" hangingPunct="1">
        <a:lnSpc>
          <a:spcPct val="90000"/>
        </a:lnSpc>
        <a:spcBef>
          <a:spcPts val="1125"/>
        </a:spcBef>
        <a:buFontTx/>
        <a:buNone/>
        <a:defRPr sz="4500" kern="1200">
          <a:solidFill>
            <a:schemeClr val="tx1"/>
          </a:solidFill>
          <a:latin typeface="+mn-lt"/>
          <a:ea typeface="+mn-ea"/>
          <a:cs typeface="+mn-cs"/>
        </a:defRPr>
      </a:lvl3pPr>
      <a:lvl4pPr marL="3085853" indent="0" algn="l" defTabSz="2057236" rtl="0" eaLnBrk="1" latinLnBrk="0" hangingPunct="1">
        <a:lnSpc>
          <a:spcPct val="90000"/>
        </a:lnSpc>
        <a:spcBef>
          <a:spcPts val="1125"/>
        </a:spcBef>
        <a:buFontTx/>
        <a:buNone/>
        <a:defRPr sz="4050" kern="1200">
          <a:solidFill>
            <a:schemeClr val="tx1"/>
          </a:solidFill>
          <a:latin typeface="+mn-lt"/>
          <a:ea typeface="+mn-ea"/>
          <a:cs typeface="+mn-cs"/>
        </a:defRPr>
      </a:lvl4pPr>
      <a:lvl5pPr marL="4114470" indent="0" algn="l" defTabSz="2057236" rtl="0" eaLnBrk="1" latinLnBrk="0" hangingPunct="1">
        <a:lnSpc>
          <a:spcPct val="90000"/>
        </a:lnSpc>
        <a:spcBef>
          <a:spcPts val="1125"/>
        </a:spcBef>
        <a:buFontTx/>
        <a:buNone/>
        <a:defRPr sz="4050" kern="1200">
          <a:solidFill>
            <a:schemeClr val="tx1"/>
          </a:solidFill>
          <a:latin typeface="+mn-lt"/>
          <a:ea typeface="+mn-ea"/>
          <a:cs typeface="+mn-cs"/>
        </a:defRPr>
      </a:lvl5pPr>
      <a:lvl6pPr marL="5657398" indent="-514309" algn="l" defTabSz="2057236" rtl="0" eaLnBrk="1" latinLnBrk="0" hangingPunct="1">
        <a:lnSpc>
          <a:spcPct val="90000"/>
        </a:lnSpc>
        <a:spcBef>
          <a:spcPts val="1125"/>
        </a:spcBef>
        <a:buFont typeface="Arial" panose="020B0604020202020204" pitchFamily="34" charset="0"/>
        <a:buChar char="•"/>
        <a:defRPr sz="4050" kern="1200">
          <a:solidFill>
            <a:schemeClr val="tx1"/>
          </a:solidFill>
          <a:latin typeface="+mn-lt"/>
          <a:ea typeface="+mn-ea"/>
          <a:cs typeface="+mn-cs"/>
        </a:defRPr>
      </a:lvl6pPr>
      <a:lvl7pPr marL="6686016" indent="-514309" algn="l" defTabSz="2057236" rtl="0" eaLnBrk="1" latinLnBrk="0" hangingPunct="1">
        <a:lnSpc>
          <a:spcPct val="90000"/>
        </a:lnSpc>
        <a:spcBef>
          <a:spcPts val="1125"/>
        </a:spcBef>
        <a:buFont typeface="Arial" panose="020B0604020202020204" pitchFamily="34" charset="0"/>
        <a:buChar char="•"/>
        <a:defRPr sz="4050" kern="1200">
          <a:solidFill>
            <a:schemeClr val="tx1"/>
          </a:solidFill>
          <a:latin typeface="+mn-lt"/>
          <a:ea typeface="+mn-ea"/>
          <a:cs typeface="+mn-cs"/>
        </a:defRPr>
      </a:lvl7pPr>
      <a:lvl8pPr marL="7714632" indent="-514309" algn="l" defTabSz="2057236" rtl="0" eaLnBrk="1" latinLnBrk="0" hangingPunct="1">
        <a:lnSpc>
          <a:spcPct val="90000"/>
        </a:lnSpc>
        <a:spcBef>
          <a:spcPts val="1125"/>
        </a:spcBef>
        <a:buFont typeface="Arial" panose="020B0604020202020204" pitchFamily="34" charset="0"/>
        <a:buChar char="•"/>
        <a:defRPr sz="4050" kern="1200">
          <a:solidFill>
            <a:schemeClr val="tx1"/>
          </a:solidFill>
          <a:latin typeface="+mn-lt"/>
          <a:ea typeface="+mn-ea"/>
          <a:cs typeface="+mn-cs"/>
        </a:defRPr>
      </a:lvl8pPr>
      <a:lvl9pPr marL="8743250" indent="-514309" algn="l" defTabSz="2057236" rtl="0" eaLnBrk="1" latinLnBrk="0" hangingPunct="1">
        <a:lnSpc>
          <a:spcPct val="90000"/>
        </a:lnSpc>
        <a:spcBef>
          <a:spcPts val="1125"/>
        </a:spcBef>
        <a:buFont typeface="Arial" panose="020B0604020202020204" pitchFamily="34" charset="0"/>
        <a:buChar char="•"/>
        <a:defRPr sz="4050" kern="1200">
          <a:solidFill>
            <a:schemeClr val="tx1"/>
          </a:solidFill>
          <a:latin typeface="+mn-lt"/>
          <a:ea typeface="+mn-ea"/>
          <a:cs typeface="+mn-cs"/>
        </a:defRPr>
      </a:lvl9pPr>
    </p:bodyStyle>
    <p:otherStyle>
      <a:defPPr>
        <a:defRPr lang="en-US"/>
      </a:defPPr>
      <a:lvl1pPr marL="0" algn="l" defTabSz="2057236" rtl="0" eaLnBrk="1" latinLnBrk="0" hangingPunct="1">
        <a:defRPr sz="4050" kern="1200">
          <a:solidFill>
            <a:schemeClr val="tx1"/>
          </a:solidFill>
          <a:latin typeface="+mn-lt"/>
          <a:ea typeface="+mn-ea"/>
          <a:cs typeface="+mn-cs"/>
        </a:defRPr>
      </a:lvl1pPr>
      <a:lvl2pPr marL="1028618" algn="l" defTabSz="2057236" rtl="0" eaLnBrk="1" latinLnBrk="0" hangingPunct="1">
        <a:defRPr sz="4050" kern="1200">
          <a:solidFill>
            <a:schemeClr val="tx1"/>
          </a:solidFill>
          <a:latin typeface="+mn-lt"/>
          <a:ea typeface="+mn-ea"/>
          <a:cs typeface="+mn-cs"/>
        </a:defRPr>
      </a:lvl2pPr>
      <a:lvl3pPr marL="2057236" algn="l" defTabSz="2057236" rtl="0" eaLnBrk="1" latinLnBrk="0" hangingPunct="1">
        <a:defRPr sz="4050" kern="1200">
          <a:solidFill>
            <a:schemeClr val="tx1"/>
          </a:solidFill>
          <a:latin typeface="+mn-lt"/>
          <a:ea typeface="+mn-ea"/>
          <a:cs typeface="+mn-cs"/>
        </a:defRPr>
      </a:lvl3pPr>
      <a:lvl4pPr marL="3085853" algn="l" defTabSz="2057236" rtl="0" eaLnBrk="1" latinLnBrk="0" hangingPunct="1">
        <a:defRPr sz="4050" kern="1200">
          <a:solidFill>
            <a:schemeClr val="tx1"/>
          </a:solidFill>
          <a:latin typeface="+mn-lt"/>
          <a:ea typeface="+mn-ea"/>
          <a:cs typeface="+mn-cs"/>
        </a:defRPr>
      </a:lvl4pPr>
      <a:lvl5pPr marL="4114470" algn="l" defTabSz="2057236" rtl="0" eaLnBrk="1" latinLnBrk="0" hangingPunct="1">
        <a:defRPr sz="4050" kern="1200">
          <a:solidFill>
            <a:schemeClr val="tx1"/>
          </a:solidFill>
          <a:latin typeface="+mn-lt"/>
          <a:ea typeface="+mn-ea"/>
          <a:cs typeface="+mn-cs"/>
        </a:defRPr>
      </a:lvl5pPr>
      <a:lvl6pPr marL="5143088" algn="l" defTabSz="2057236" rtl="0" eaLnBrk="1" latinLnBrk="0" hangingPunct="1">
        <a:defRPr sz="4050" kern="1200">
          <a:solidFill>
            <a:schemeClr val="tx1"/>
          </a:solidFill>
          <a:latin typeface="+mn-lt"/>
          <a:ea typeface="+mn-ea"/>
          <a:cs typeface="+mn-cs"/>
        </a:defRPr>
      </a:lvl6pPr>
      <a:lvl7pPr marL="6171706" algn="l" defTabSz="2057236" rtl="0" eaLnBrk="1" latinLnBrk="0" hangingPunct="1">
        <a:defRPr sz="4050" kern="1200">
          <a:solidFill>
            <a:schemeClr val="tx1"/>
          </a:solidFill>
          <a:latin typeface="+mn-lt"/>
          <a:ea typeface="+mn-ea"/>
          <a:cs typeface="+mn-cs"/>
        </a:defRPr>
      </a:lvl7pPr>
      <a:lvl8pPr marL="7200324" algn="l" defTabSz="2057236" rtl="0" eaLnBrk="1" latinLnBrk="0" hangingPunct="1">
        <a:defRPr sz="4050" kern="1200">
          <a:solidFill>
            <a:schemeClr val="tx1"/>
          </a:solidFill>
          <a:latin typeface="+mn-lt"/>
          <a:ea typeface="+mn-ea"/>
          <a:cs typeface="+mn-cs"/>
        </a:defRPr>
      </a:lvl8pPr>
      <a:lvl9pPr marL="8228942" algn="l" defTabSz="2057236" rtl="0" eaLnBrk="1" latinLnBrk="0" hangingPunct="1">
        <a:defRPr sz="405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11520" userDrawn="1">
          <p15:clr>
            <a:srgbClr val="F26B43"/>
          </p15:clr>
        </p15:guide>
        <p15:guide id="8" pos="8640" userDrawn="1">
          <p15:clr>
            <a:srgbClr val="F26B43"/>
          </p15:clr>
        </p15:guide>
        <p15:guide id="9" pos="810" userDrawn="1">
          <p15:clr>
            <a:srgbClr val="F26B43"/>
          </p15:clr>
        </p15:guide>
        <p15:guide id="10" orient="horz" pos="20736" userDrawn="1">
          <p15:clr>
            <a:srgbClr val="F26B43"/>
          </p15:clr>
        </p15:guide>
        <p15:guide id="11" pos="16470" userDrawn="1">
          <p15:clr>
            <a:srgbClr val="F26B43"/>
          </p15:clr>
        </p15:guide>
        <p15:guide id="12" orient="horz" pos="22016"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hdphoto" Target="../media/hdphoto1.wdp"/><Relationship Id="rId7" Type="http://schemas.openxmlformats.org/officeDocument/2006/relationships/hyperlink" Target="https://doi.org/10.1016/j.cpc.2023.108985" TargetMode="External"/><Relationship Id="rId2" Type="http://schemas.openxmlformats.org/officeDocument/2006/relationships/image" Target="../media/image2.png"/><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4.png"/><Relationship Id="rId10" Type="http://schemas.openxmlformats.org/officeDocument/2006/relationships/image" Target="../media/image7.png"/><Relationship Id="rId4" Type="http://schemas.openxmlformats.org/officeDocument/2006/relationships/image" Target="../media/image3.png"/><Relationship Id="rId9"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A50FB-44F3-6846-8C26-F8681D4BFFB3}"/>
              </a:ext>
            </a:extLst>
          </p:cNvPr>
          <p:cNvSpPr>
            <a:spLocks noGrp="1"/>
          </p:cNvSpPr>
          <p:nvPr>
            <p:ph type="title"/>
          </p:nvPr>
        </p:nvSpPr>
        <p:spPr>
          <a:xfrm>
            <a:off x="1627910" y="940158"/>
            <a:ext cx="21061717" cy="2179865"/>
          </a:xfrm>
        </p:spPr>
        <p:txBody>
          <a:bodyPr>
            <a:noAutofit/>
          </a:bodyPr>
          <a:lstStyle/>
          <a:p>
            <a:r>
              <a:rPr lang="en-US" dirty="0"/>
              <a:t>DEM–Monte Carlo Modeling of Burnup in a Pebble Bed Reactor</a:t>
            </a:r>
          </a:p>
        </p:txBody>
      </p:sp>
      <p:sp>
        <p:nvSpPr>
          <p:cNvPr id="3" name="Rectangle 2">
            <a:extLst>
              <a:ext uri="{FF2B5EF4-FFF2-40B4-BE49-F238E27FC236}">
                <a16:creationId xmlns:a16="http://schemas.microsoft.com/office/drawing/2014/main" id="{26CF4DD3-8338-B148-B3E0-62642A9AF5E5}"/>
              </a:ext>
            </a:extLst>
          </p:cNvPr>
          <p:cNvSpPr/>
          <p:nvPr/>
        </p:nvSpPr>
        <p:spPr>
          <a:xfrm>
            <a:off x="1627909" y="3120025"/>
            <a:ext cx="24518216" cy="1938992"/>
          </a:xfrm>
          <a:prstGeom prst="rect">
            <a:avLst/>
          </a:prstGeom>
        </p:spPr>
        <p:txBody>
          <a:bodyPr wrap="square">
            <a:spAutoFit/>
          </a:bodyPr>
          <a:lstStyle/>
          <a:p>
            <a:pPr fontAlgn="base"/>
            <a:r>
              <a:rPr lang="en-US" sz="4000" dirty="0"/>
              <a:t>Richard Anderson, Department of Physics, The University of Texas at El Paso, El Paso, TX 79968 </a:t>
            </a:r>
          </a:p>
          <a:p>
            <a:pPr fontAlgn="base"/>
            <a:r>
              <a:rPr lang="en-US" sz="4000" dirty="0"/>
              <a:t>Odera Dim, Nonproliferation and National Security Department, Brookhaven National Laboratory, Upton, NY 11973-5000 </a:t>
            </a:r>
          </a:p>
        </p:txBody>
      </p:sp>
      <p:sp>
        <p:nvSpPr>
          <p:cNvPr id="4" name="Rectangle 3">
            <a:extLst>
              <a:ext uri="{FF2B5EF4-FFF2-40B4-BE49-F238E27FC236}">
                <a16:creationId xmlns:a16="http://schemas.microsoft.com/office/drawing/2014/main" id="{215D7275-7852-4F69-B636-0AEE58F12A67}"/>
              </a:ext>
            </a:extLst>
          </p:cNvPr>
          <p:cNvSpPr/>
          <p:nvPr/>
        </p:nvSpPr>
        <p:spPr>
          <a:xfrm>
            <a:off x="20115222" y="6710987"/>
            <a:ext cx="6402377" cy="737512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2000" dirty="0">
                <a:solidFill>
                  <a:schemeClr val="tx1"/>
                </a:solidFill>
              </a:rPr>
              <a:t>    Pebble bed reactors are a type of high-temperature gas-cooled nuclear reactor that operate by continuously circulating spherical graphite pebbles embedded with fissile material throughout the reactor core. This dynamic fuel configuration offers unique advantages, particularly in the context of nuclear nonproliferation. The use of TRISO fuel particle, each encapsulating fissile material in multiple protective ceramic layers, provides inherent resistance to proliferation by making mechanical separation and chemical reprocessing of fissile material significantly more difficult than in conventional fuel designs. As the pebbles flow downward through the core, they are exposed to neutron flux and undergo burnup. After completing a certain number of passes, the fuel reaches a spent state and must be removed from the system. Over the course of reactor operation, various radioactive isotopes accumulate within the fuel, introducing additional challenges for safety, waste handling, and Materials Control and Accountability (MC&amp;A). For these reasons, the development of accurate tools and methods to model burnup behavior in pebble bed reactors is critical to ensuring both operational safety and regulatory compliance.</a:t>
            </a:r>
          </a:p>
        </p:txBody>
      </p:sp>
      <p:sp>
        <p:nvSpPr>
          <p:cNvPr id="5" name="Rectangle 4">
            <a:extLst>
              <a:ext uri="{FF2B5EF4-FFF2-40B4-BE49-F238E27FC236}">
                <a16:creationId xmlns:a16="http://schemas.microsoft.com/office/drawing/2014/main" id="{DB10545F-F019-206A-19CF-7CFB815132A6}"/>
              </a:ext>
            </a:extLst>
          </p:cNvPr>
          <p:cNvSpPr/>
          <p:nvPr/>
        </p:nvSpPr>
        <p:spPr>
          <a:xfrm>
            <a:off x="1085417" y="5976104"/>
            <a:ext cx="4967040" cy="71584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solidFill>
                <a:cs typeface="Times New Roman" panose="02020603050405020304" pitchFamily="18" charset="0"/>
              </a:rPr>
              <a:t>Abstract</a:t>
            </a:r>
          </a:p>
        </p:txBody>
      </p:sp>
      <p:sp>
        <p:nvSpPr>
          <p:cNvPr id="7" name="Rectangle 6">
            <a:extLst>
              <a:ext uri="{FF2B5EF4-FFF2-40B4-BE49-F238E27FC236}">
                <a16:creationId xmlns:a16="http://schemas.microsoft.com/office/drawing/2014/main" id="{3FC4D94F-89E0-04AD-B33D-AF96C877636A}"/>
              </a:ext>
            </a:extLst>
          </p:cNvPr>
          <p:cNvSpPr/>
          <p:nvPr/>
        </p:nvSpPr>
        <p:spPr>
          <a:xfrm>
            <a:off x="1085417" y="6691949"/>
            <a:ext cx="12630582" cy="372316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2000" dirty="0">
                <a:solidFill>
                  <a:sysClr val="windowText" lastClr="000000"/>
                </a:solidFill>
                <a:cs typeface="Times New Roman" panose="02020603050405020304" pitchFamily="18" charset="0"/>
              </a:rPr>
              <a:t>    This project, conducted within the Nonproliferation and National Security Department at Brookhaven National Laboratory (BNL), aims to leverage the open-source Monte-Carlo neutron transport code </a:t>
            </a:r>
            <a:r>
              <a:rPr lang="en-US" sz="2000" dirty="0" err="1">
                <a:solidFill>
                  <a:sysClr val="windowText" lastClr="000000"/>
                </a:solidFill>
                <a:cs typeface="Times New Roman" panose="02020603050405020304" pitchFamily="18" charset="0"/>
              </a:rPr>
              <a:t>OpenMC</a:t>
            </a:r>
            <a:r>
              <a:rPr lang="en-US" sz="2000" dirty="0">
                <a:solidFill>
                  <a:sysClr val="windowText" lastClr="000000"/>
                </a:solidFill>
                <a:cs typeface="Times New Roman" panose="02020603050405020304" pitchFamily="18" charset="0"/>
              </a:rPr>
              <a:t> to generate simulated neutron and gamma-ray spectra for individual pebbles or reactor fuel elements at various stages of burnup. In conjunction with </a:t>
            </a:r>
            <a:r>
              <a:rPr lang="en-US" sz="2000" dirty="0" err="1">
                <a:solidFill>
                  <a:sysClr val="windowText" lastClr="000000"/>
                </a:solidFill>
                <a:cs typeface="Times New Roman" panose="02020603050405020304" pitchFamily="18" charset="0"/>
              </a:rPr>
              <a:t>OpenMC</a:t>
            </a:r>
            <a:r>
              <a:rPr lang="en-US" sz="2000" dirty="0">
                <a:solidFill>
                  <a:sysClr val="windowText" lastClr="000000"/>
                </a:solidFill>
                <a:cs typeface="Times New Roman" panose="02020603050405020304" pitchFamily="18" charset="0"/>
              </a:rPr>
              <a:t>, the LIGGGHTS discrete element method (DEM) code can be used to model the motion and configuration of pebbles in a geometrically accurate model of a PBR, further reinforcing the fidelity of the model. A comprehensive dataset of spectral signatures corresponding to different burnup levels can be developed using depletion tools included in </a:t>
            </a:r>
            <a:r>
              <a:rPr lang="en-US" sz="2000" dirty="0" err="1">
                <a:solidFill>
                  <a:sysClr val="windowText" lastClr="000000"/>
                </a:solidFill>
                <a:cs typeface="Times New Roman" panose="02020603050405020304" pitchFamily="18" charset="0"/>
              </a:rPr>
              <a:t>OpenMC</a:t>
            </a:r>
            <a:r>
              <a:rPr lang="en-US" sz="2000" dirty="0">
                <a:solidFill>
                  <a:sysClr val="windowText" lastClr="000000"/>
                </a:solidFill>
                <a:cs typeface="Times New Roman" panose="02020603050405020304" pitchFamily="18" charset="0"/>
              </a:rPr>
              <a:t>. This dataset will serve as the foundation for training a machine learning model to predict the burnup of previously unseen pebbles based solely on their measured spectra. This approach offers a real-time, non-destructive method for burnup estimation, enhancing reactor monitoring, optimizing fuel cycle management, and improving safety assessments in pebble-bed reactor designs. This study aligns with BNL’s mission to address energy security and bolster our ability to implement safeguards safely and securely.</a:t>
            </a:r>
          </a:p>
        </p:txBody>
      </p:sp>
      <p:sp>
        <p:nvSpPr>
          <p:cNvPr id="8" name="Rectangle 7">
            <a:extLst>
              <a:ext uri="{FF2B5EF4-FFF2-40B4-BE49-F238E27FC236}">
                <a16:creationId xmlns:a16="http://schemas.microsoft.com/office/drawing/2014/main" id="{738B1E4E-943D-22BD-983F-24B5484E208F}"/>
              </a:ext>
            </a:extLst>
          </p:cNvPr>
          <p:cNvSpPr/>
          <p:nvPr/>
        </p:nvSpPr>
        <p:spPr>
          <a:xfrm>
            <a:off x="21550559" y="5989607"/>
            <a:ext cx="4967040" cy="71584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solidFill>
                <a:latin typeface="Times New Roman" panose="02020603050405020304" pitchFamily="18" charset="0"/>
                <a:cs typeface="Times New Roman" panose="02020603050405020304" pitchFamily="18" charset="0"/>
              </a:rPr>
              <a:t>Introduction</a:t>
            </a:r>
          </a:p>
        </p:txBody>
      </p:sp>
      <p:pic>
        <p:nvPicPr>
          <p:cNvPr id="11" name="Picture 10">
            <a:extLst>
              <a:ext uri="{FF2B5EF4-FFF2-40B4-BE49-F238E27FC236}">
                <a16:creationId xmlns:a16="http://schemas.microsoft.com/office/drawing/2014/main" id="{29433125-6E4B-DA50-D6C5-ABC07F8C1D35}"/>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rcRect l="28018" t="13383" r="29785" b="11221"/>
          <a:stretch>
            <a:fillRect/>
          </a:stretch>
        </p:blipFill>
        <p:spPr>
          <a:xfrm>
            <a:off x="13712845" y="6669675"/>
            <a:ext cx="6402377" cy="7294079"/>
          </a:xfrm>
          <a:prstGeom prst="rect">
            <a:avLst/>
          </a:prstGeom>
        </p:spPr>
      </p:pic>
      <p:sp>
        <p:nvSpPr>
          <p:cNvPr id="12" name="Rectangle 11">
            <a:extLst>
              <a:ext uri="{FF2B5EF4-FFF2-40B4-BE49-F238E27FC236}">
                <a16:creationId xmlns:a16="http://schemas.microsoft.com/office/drawing/2014/main" id="{C689C990-639F-DDA0-A663-53B966BDD285}"/>
              </a:ext>
            </a:extLst>
          </p:cNvPr>
          <p:cNvSpPr/>
          <p:nvPr/>
        </p:nvSpPr>
        <p:spPr>
          <a:xfrm>
            <a:off x="1085417" y="19635893"/>
            <a:ext cx="4967040" cy="71584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solidFill>
                <a:cs typeface="Times New Roman" panose="02020603050405020304" pitchFamily="18" charset="0"/>
              </a:rPr>
              <a:t>Methods</a:t>
            </a:r>
          </a:p>
        </p:txBody>
      </p:sp>
      <p:sp>
        <p:nvSpPr>
          <p:cNvPr id="13" name="Rectangle 12">
            <a:extLst>
              <a:ext uri="{FF2B5EF4-FFF2-40B4-BE49-F238E27FC236}">
                <a16:creationId xmlns:a16="http://schemas.microsoft.com/office/drawing/2014/main" id="{51B521B9-0D04-8767-40F6-47F2434E4091}"/>
              </a:ext>
            </a:extLst>
          </p:cNvPr>
          <p:cNvSpPr/>
          <p:nvPr/>
        </p:nvSpPr>
        <p:spPr>
          <a:xfrm>
            <a:off x="1085417" y="20351738"/>
            <a:ext cx="12630582" cy="40663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2000" dirty="0">
                <a:solidFill>
                  <a:schemeClr val="tx1"/>
                </a:solidFill>
              </a:rPr>
              <a:t>    This project utilizes </a:t>
            </a:r>
            <a:r>
              <a:rPr lang="en-US" sz="2000" dirty="0" err="1">
                <a:solidFill>
                  <a:schemeClr val="tx1"/>
                </a:solidFill>
              </a:rPr>
              <a:t>OpenMC</a:t>
            </a:r>
            <a:r>
              <a:rPr lang="en-US" sz="2000" dirty="0">
                <a:solidFill>
                  <a:schemeClr val="tx1"/>
                </a:solidFill>
              </a:rPr>
              <a:t> and LIGGGHTS in tandem to accurately model both the neutronics and the mechanical motion of pebbles within a pebble bed reactor core. The simulation begins with the generation of a reactor geometry accurate to a pebble bed reactor. Pebbles are then introduced from the top of a chute, simulating gravity-driven loading. As the simulation progresses, the motion and settling of each pebble are tracked, and their positions are recorded over time as they fill the reactor core. These time-dependent spatial configurations are exported and imported into </a:t>
            </a:r>
            <a:r>
              <a:rPr lang="en-US" sz="2000" dirty="0" err="1">
                <a:solidFill>
                  <a:schemeClr val="tx1"/>
                </a:solidFill>
              </a:rPr>
              <a:t>OpenMC</a:t>
            </a:r>
            <a:r>
              <a:rPr lang="en-US" sz="2000" dirty="0">
                <a:solidFill>
                  <a:schemeClr val="tx1"/>
                </a:solidFill>
              </a:rPr>
              <a:t>. Within </a:t>
            </a:r>
            <a:r>
              <a:rPr lang="en-US" sz="2000" dirty="0" err="1">
                <a:solidFill>
                  <a:schemeClr val="tx1"/>
                </a:solidFill>
              </a:rPr>
              <a:t>OpenMC</a:t>
            </a:r>
            <a:r>
              <a:rPr lang="en-US" sz="2000" dirty="0">
                <a:solidFill>
                  <a:schemeClr val="tx1"/>
                </a:solidFill>
              </a:rPr>
              <a:t>, each pebble is populated with a graphite lattice structure, and TRISO (</a:t>
            </a:r>
            <a:r>
              <a:rPr lang="en-US" sz="2000" dirty="0" err="1">
                <a:solidFill>
                  <a:schemeClr val="tx1"/>
                </a:solidFill>
              </a:rPr>
              <a:t>TRi</a:t>
            </a:r>
            <a:r>
              <a:rPr lang="en-US" sz="2000" dirty="0">
                <a:solidFill>
                  <a:schemeClr val="tx1"/>
                </a:solidFill>
              </a:rPr>
              <a:t>-structural </a:t>
            </a:r>
            <a:r>
              <a:rPr lang="en-US" sz="2000" dirty="0" err="1">
                <a:solidFill>
                  <a:schemeClr val="tx1"/>
                </a:solidFill>
              </a:rPr>
              <a:t>ISOtropic</a:t>
            </a:r>
            <a:r>
              <a:rPr lang="en-US" sz="2000" dirty="0">
                <a:solidFill>
                  <a:schemeClr val="tx1"/>
                </a:solidFill>
              </a:rPr>
              <a:t>) fuel particles are randomly distributed throughout the interior of each pebble. </a:t>
            </a:r>
            <a:r>
              <a:rPr lang="en-US" sz="2000" dirty="0" err="1">
                <a:solidFill>
                  <a:schemeClr val="tx1"/>
                </a:solidFill>
              </a:rPr>
              <a:t>OpenMC</a:t>
            </a:r>
            <a:r>
              <a:rPr lang="en-US" sz="2000" dirty="0">
                <a:solidFill>
                  <a:schemeClr val="tx1"/>
                </a:solidFill>
              </a:rPr>
              <a:t> performs neutron transport and depletion calculations using the recorded geometries, solving for the evolving isotopic composition of each pebble to determine burnup at each timestep derived from LIGGGHTS. As neutron interactions occur over time, the initial fissile isotopes undergo transmutation, producing a mix of fission products and actinides that evolve with each timestep. This isotopic composition can be used to determine burnup </a:t>
            </a:r>
            <a:r>
              <a:rPr lang="en-US" sz="2000">
                <a:solidFill>
                  <a:schemeClr val="tx1"/>
                </a:solidFill>
              </a:rPr>
              <a:t>over time and </a:t>
            </a:r>
            <a:r>
              <a:rPr lang="en-US" sz="2000" dirty="0">
                <a:solidFill>
                  <a:schemeClr val="tx1"/>
                </a:solidFill>
              </a:rPr>
              <a:t>can be used to produce simulated spectra for use in models for burnup prediction. </a:t>
            </a:r>
          </a:p>
        </p:txBody>
      </p:sp>
      <p:pic>
        <p:nvPicPr>
          <p:cNvPr id="19" name="Picture 18" descr="Diagram&#10;&#10;AI-generated content may be incorrect.">
            <a:extLst>
              <a:ext uri="{FF2B5EF4-FFF2-40B4-BE49-F238E27FC236}">
                <a16:creationId xmlns:a16="http://schemas.microsoft.com/office/drawing/2014/main" id="{FBB8CA6F-F51A-08C0-B69B-2C49E0FCB10E}"/>
              </a:ext>
            </a:extLst>
          </p:cNvPr>
          <p:cNvPicPr>
            <a:picLocks noChangeAspect="1"/>
          </p:cNvPicPr>
          <p:nvPr/>
        </p:nvPicPr>
        <p:blipFill>
          <a:blip r:embed="rId4"/>
          <a:stretch>
            <a:fillRect/>
          </a:stretch>
        </p:blipFill>
        <p:spPr>
          <a:xfrm>
            <a:off x="13928651" y="14255196"/>
            <a:ext cx="12376296" cy="7294078"/>
          </a:xfrm>
          <a:prstGeom prst="rect">
            <a:avLst/>
          </a:prstGeom>
        </p:spPr>
      </p:pic>
      <p:pic>
        <p:nvPicPr>
          <p:cNvPr id="21" name="Picture 20" descr="Logo&#10;&#10;AI-generated content may be incorrect.">
            <a:extLst>
              <a:ext uri="{FF2B5EF4-FFF2-40B4-BE49-F238E27FC236}">
                <a16:creationId xmlns:a16="http://schemas.microsoft.com/office/drawing/2014/main" id="{E699D6C7-6EC2-8505-A6A5-ABA03053350B}"/>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24167" y1="52976" x2="24667" y2="65079"/>
                        <a14:foregroundMark x1="53833" y1="47222" x2="53833" y2="56548"/>
                        <a14:foregroundMark x1="67833" y1="47222" x2="68333" y2="58532"/>
                        <a14:foregroundMark x1="47333" y1="72222" x2="47333" y2="72222"/>
                      </a14:backgroundRemoval>
                    </a14:imgEffect>
                  </a14:imgLayer>
                </a14:imgProps>
              </a:ext>
            </a:extLst>
          </a:blip>
          <a:stretch>
            <a:fillRect/>
          </a:stretch>
        </p:blipFill>
        <p:spPr>
          <a:xfrm>
            <a:off x="22689628" y="416337"/>
            <a:ext cx="3827971" cy="3227505"/>
          </a:xfrm>
          <a:prstGeom prst="rect">
            <a:avLst/>
          </a:prstGeom>
        </p:spPr>
      </p:pic>
      <p:sp>
        <p:nvSpPr>
          <p:cNvPr id="22" name="Rectangle 21">
            <a:extLst>
              <a:ext uri="{FF2B5EF4-FFF2-40B4-BE49-F238E27FC236}">
                <a16:creationId xmlns:a16="http://schemas.microsoft.com/office/drawing/2014/main" id="{C994BF4C-D7A4-92DD-BA8E-ED1C3567BCED}"/>
              </a:ext>
            </a:extLst>
          </p:cNvPr>
          <p:cNvSpPr/>
          <p:nvPr/>
        </p:nvSpPr>
        <p:spPr>
          <a:xfrm>
            <a:off x="21550559" y="21818443"/>
            <a:ext cx="4967040" cy="124093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solidFill>
                <a:latin typeface="Times New Roman" panose="02020603050405020304" pitchFamily="18" charset="0"/>
                <a:cs typeface="Times New Roman" panose="02020603050405020304" pitchFamily="18" charset="0"/>
              </a:rPr>
              <a:t>Discussion and Future Work</a:t>
            </a:r>
          </a:p>
        </p:txBody>
      </p:sp>
      <p:sp>
        <p:nvSpPr>
          <p:cNvPr id="23" name="Rectangle 22">
            <a:extLst>
              <a:ext uri="{FF2B5EF4-FFF2-40B4-BE49-F238E27FC236}">
                <a16:creationId xmlns:a16="http://schemas.microsoft.com/office/drawing/2014/main" id="{001DAE3D-242D-38A9-8A93-BF379D4999E4}"/>
              </a:ext>
            </a:extLst>
          </p:cNvPr>
          <p:cNvSpPr/>
          <p:nvPr/>
        </p:nvSpPr>
        <p:spPr>
          <a:xfrm>
            <a:off x="13715999" y="23059380"/>
            <a:ext cx="12801600" cy="58707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2000" dirty="0">
                <a:solidFill>
                  <a:schemeClr val="tx1"/>
                </a:solidFill>
              </a:rPr>
              <a:t>    As opposed to some other Monte Carlo neutronics codes, </a:t>
            </a:r>
            <a:r>
              <a:rPr lang="en-US" sz="2000" dirty="0" err="1">
                <a:solidFill>
                  <a:schemeClr val="tx1"/>
                </a:solidFill>
              </a:rPr>
              <a:t>OpenMC</a:t>
            </a:r>
            <a:r>
              <a:rPr lang="en-US" sz="2000" dirty="0">
                <a:solidFill>
                  <a:schemeClr val="tx1"/>
                </a:solidFill>
              </a:rPr>
              <a:t> utilizes constructive solid geometry (CSG)-based domain decomposition rather than particle-specific region tracking to calculate neutron transport and interaction probabilities. This method defines surfaces and regions analytically through Boolean operations on quadratic surfaces, enabling precise and efficient spatial modeling without reliance on pre-meshed volumes. To simulate the microstructure of fuel within each pebble, </a:t>
            </a:r>
            <a:r>
              <a:rPr lang="en-US" sz="2000" dirty="0" err="1">
                <a:solidFill>
                  <a:schemeClr val="tx1"/>
                </a:solidFill>
              </a:rPr>
              <a:t>OpenMC</a:t>
            </a:r>
            <a:r>
              <a:rPr lang="en-US" sz="2000" dirty="0">
                <a:solidFill>
                  <a:schemeClr val="tx1"/>
                </a:solidFill>
              </a:rPr>
              <a:t> employs lattice universes, which allow for the structured placement of fuel particles in a repeated pattern. In this project, </a:t>
            </a:r>
            <a:r>
              <a:rPr lang="en-US" sz="2000" dirty="0" err="1">
                <a:solidFill>
                  <a:schemeClr val="tx1"/>
                </a:solidFill>
              </a:rPr>
              <a:t>OpenMC</a:t>
            </a:r>
            <a:r>
              <a:rPr lang="en-US" sz="2000" dirty="0">
                <a:solidFill>
                  <a:schemeClr val="tx1"/>
                </a:solidFill>
              </a:rPr>
              <a:t> is used to construct a 3D lattice inside each pebble, where TRISO fuel particles are distributed at predefined positions relative to the graphite matrix. This lattice serves as a discretized representation of the internal fuel structure, enabling </a:t>
            </a:r>
            <a:r>
              <a:rPr lang="en-US" sz="2000" dirty="0" err="1">
                <a:solidFill>
                  <a:schemeClr val="tx1"/>
                </a:solidFill>
              </a:rPr>
              <a:t>OpenMC</a:t>
            </a:r>
            <a:r>
              <a:rPr lang="en-US" sz="2000" dirty="0">
                <a:solidFill>
                  <a:schemeClr val="tx1"/>
                </a:solidFill>
              </a:rPr>
              <a:t> to calculate spatially resolved reaction rates, neutron fluxes, and isotopic changes within each TRISO. </a:t>
            </a:r>
          </a:p>
          <a:p>
            <a:r>
              <a:rPr lang="en-US" sz="2000" dirty="0">
                <a:solidFill>
                  <a:schemeClr val="tx1"/>
                </a:solidFill>
              </a:rPr>
              <a:t>    Despite its effectiveness in modeling burnup behavior, this method introduces significant computational challenges, particularly in terms of memory usage. For realistic reactor geometries, memory requirements can exceed 192 GB (Liang et al.), posing a substantial barrier to full-scale simulation. Several mitigation strategies were explored during this project, including downsizing the geometry, simplifying the lattice, and experimenting with a virtual lattice approach, which reduces the number of explicitly constructed lattice elements. Even with these adjustments, the computational time required for burnup calculations remained a limiting factor throughout the project.</a:t>
            </a:r>
          </a:p>
          <a:p>
            <a:r>
              <a:rPr lang="en-US" sz="2000" dirty="0">
                <a:solidFill>
                  <a:schemeClr val="tx1"/>
                </a:solidFill>
              </a:rPr>
              <a:t>    Future work will focus on implementing more memory and computationally efficient algorithms for lattice construction. Achieving this will make it possible to run full core simulations in a more practical timeframe, enabling the generation of simulated burnup spectra for use in burnup prediction models.</a:t>
            </a:r>
          </a:p>
          <a:p>
            <a:endParaRPr lang="en-US" sz="2000" dirty="0">
              <a:solidFill>
                <a:schemeClr val="tx1"/>
              </a:solidFill>
              <a:cs typeface="Times New Roman" panose="02020603050405020304" pitchFamily="18" charset="0"/>
            </a:endParaRPr>
          </a:p>
        </p:txBody>
      </p:sp>
      <p:sp>
        <p:nvSpPr>
          <p:cNvPr id="33" name="Rectangle 32">
            <a:extLst>
              <a:ext uri="{FF2B5EF4-FFF2-40B4-BE49-F238E27FC236}">
                <a16:creationId xmlns:a16="http://schemas.microsoft.com/office/drawing/2014/main" id="{D99C557E-7413-1F22-5BAE-642F65A4A401}"/>
              </a:ext>
            </a:extLst>
          </p:cNvPr>
          <p:cNvSpPr/>
          <p:nvPr/>
        </p:nvSpPr>
        <p:spPr>
          <a:xfrm>
            <a:off x="13715999" y="32792253"/>
            <a:ext cx="12801600" cy="10068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2000" dirty="0">
                <a:solidFill>
                  <a:schemeClr val="tx1"/>
                </a:solidFill>
              </a:rPr>
              <a:t>This project was supported in part by the U.S. Department of Energy, Office of Science, Office of Workforce Development for Teachers and Scientists (WDTS) under the Science Undergraduate Laboratory Internships Program (SULI).</a:t>
            </a:r>
          </a:p>
        </p:txBody>
      </p:sp>
      <p:sp>
        <p:nvSpPr>
          <p:cNvPr id="36" name="Rectangle 35">
            <a:extLst>
              <a:ext uri="{FF2B5EF4-FFF2-40B4-BE49-F238E27FC236}">
                <a16:creationId xmlns:a16="http://schemas.microsoft.com/office/drawing/2014/main" id="{8C368462-D629-8D9D-E475-02F25D34E48E}"/>
              </a:ext>
            </a:extLst>
          </p:cNvPr>
          <p:cNvSpPr/>
          <p:nvPr/>
        </p:nvSpPr>
        <p:spPr>
          <a:xfrm>
            <a:off x="21550559" y="32076408"/>
            <a:ext cx="4967040" cy="71584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solidFill>
                <a:latin typeface="Times New Roman" panose="02020603050405020304" pitchFamily="18" charset="0"/>
                <a:cs typeface="Times New Roman" panose="02020603050405020304" pitchFamily="18" charset="0"/>
              </a:rPr>
              <a:t>Acknowledgements</a:t>
            </a:r>
          </a:p>
        </p:txBody>
      </p:sp>
      <p:sp>
        <p:nvSpPr>
          <p:cNvPr id="37" name="Rectangle 36">
            <a:extLst>
              <a:ext uri="{FF2B5EF4-FFF2-40B4-BE49-F238E27FC236}">
                <a16:creationId xmlns:a16="http://schemas.microsoft.com/office/drawing/2014/main" id="{A3BB28F6-5689-F352-77E3-182DED8D8261}"/>
              </a:ext>
            </a:extLst>
          </p:cNvPr>
          <p:cNvSpPr/>
          <p:nvPr/>
        </p:nvSpPr>
        <p:spPr>
          <a:xfrm>
            <a:off x="21550559" y="29229758"/>
            <a:ext cx="4967040" cy="71584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solidFill>
                <a:latin typeface="Times New Roman" panose="02020603050405020304" pitchFamily="18" charset="0"/>
                <a:cs typeface="Times New Roman" panose="02020603050405020304" pitchFamily="18" charset="0"/>
              </a:rPr>
              <a:t>References</a:t>
            </a:r>
          </a:p>
        </p:txBody>
      </p:sp>
      <p:sp>
        <p:nvSpPr>
          <p:cNvPr id="38" name="Rectangle 37">
            <a:extLst>
              <a:ext uri="{FF2B5EF4-FFF2-40B4-BE49-F238E27FC236}">
                <a16:creationId xmlns:a16="http://schemas.microsoft.com/office/drawing/2014/main" id="{8EE9DDC6-6783-8A11-D5DA-1408130EBEAC}"/>
              </a:ext>
            </a:extLst>
          </p:cNvPr>
          <p:cNvSpPr/>
          <p:nvPr/>
        </p:nvSpPr>
        <p:spPr>
          <a:xfrm>
            <a:off x="13715999" y="29945603"/>
            <a:ext cx="12801600" cy="196171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2000" dirty="0">
                <a:solidFill>
                  <a:schemeClr val="tx1"/>
                </a:solidFill>
              </a:rPr>
              <a:t>Paul K. Romano, Nicholas E. </a:t>
            </a:r>
            <a:r>
              <a:rPr lang="en-US" sz="2000" dirty="0" err="1">
                <a:solidFill>
                  <a:schemeClr val="tx1"/>
                </a:solidFill>
              </a:rPr>
              <a:t>Horelik</a:t>
            </a:r>
            <a:r>
              <a:rPr lang="en-US" sz="2000" dirty="0">
                <a:solidFill>
                  <a:schemeClr val="tx1"/>
                </a:solidFill>
              </a:rPr>
              <a:t>, Bryan R. Herman, Adam G. Nelson, Benoit Forget, and Kord Smith, </a:t>
            </a:r>
            <a:r>
              <a:rPr lang="en-US" sz="2000" i="1" dirty="0">
                <a:solidFill>
                  <a:schemeClr val="tx1"/>
                </a:solidFill>
              </a:rPr>
              <a:t>“</a:t>
            </a:r>
            <a:r>
              <a:rPr lang="en-US" sz="2000" i="1" dirty="0" err="1">
                <a:solidFill>
                  <a:schemeClr val="tx1"/>
                </a:solidFill>
              </a:rPr>
              <a:t>OpenMC</a:t>
            </a:r>
            <a:r>
              <a:rPr lang="en-US" sz="2000" i="1" dirty="0">
                <a:solidFill>
                  <a:schemeClr val="tx1"/>
                </a:solidFill>
              </a:rPr>
              <a:t>: A State-of-the-Art Monte Carlo Code for Research and Development,”</a:t>
            </a:r>
            <a:r>
              <a:rPr lang="en-US" sz="2000" dirty="0">
                <a:solidFill>
                  <a:schemeClr val="tx1"/>
                </a:solidFill>
              </a:rPr>
              <a:t> Annals of Nuclear Energy, Vol. 82, pp. 90–97, 2015. https://</a:t>
            </a:r>
            <a:r>
              <a:rPr lang="en-US" sz="2000" dirty="0" err="1">
                <a:solidFill>
                  <a:schemeClr val="tx1"/>
                </a:solidFill>
              </a:rPr>
              <a:t>doi.org</a:t>
            </a:r>
            <a:r>
              <a:rPr lang="en-US" sz="2000" dirty="0">
                <a:solidFill>
                  <a:schemeClr val="tx1"/>
                </a:solidFill>
              </a:rPr>
              <a:t>/10.1016/j.anucene.2014.07.048</a:t>
            </a:r>
          </a:p>
          <a:p>
            <a:r>
              <a:rPr lang="en-US" sz="2000" dirty="0" err="1">
                <a:solidFill>
                  <a:schemeClr val="tx1"/>
                </a:solidFill>
              </a:rPr>
              <a:t>Jingang</a:t>
            </a:r>
            <a:r>
              <a:rPr lang="en-US" sz="2000" dirty="0">
                <a:solidFill>
                  <a:schemeClr val="tx1"/>
                </a:solidFill>
              </a:rPr>
              <a:t> Liang, </a:t>
            </a:r>
            <a:r>
              <a:rPr lang="en-US" sz="2000" dirty="0" err="1">
                <a:solidFill>
                  <a:schemeClr val="tx1"/>
                </a:solidFill>
              </a:rPr>
              <a:t>Ruihan</a:t>
            </a:r>
            <a:r>
              <a:rPr lang="en-US" sz="2000" dirty="0">
                <a:solidFill>
                  <a:schemeClr val="tx1"/>
                </a:solidFill>
              </a:rPr>
              <a:t> Li, </a:t>
            </a:r>
            <a:r>
              <a:rPr lang="en-US" sz="2000" dirty="0" err="1">
                <a:solidFill>
                  <a:schemeClr val="tx1"/>
                </a:solidFill>
              </a:rPr>
              <a:t>Zhaoyuan</a:t>
            </a:r>
            <a:r>
              <a:rPr lang="en-US" sz="2000" dirty="0">
                <a:solidFill>
                  <a:schemeClr val="tx1"/>
                </a:solidFill>
              </a:rPr>
              <a:t> Liu, </a:t>
            </a:r>
            <a:r>
              <a:rPr lang="en-US" sz="2000" i="1" dirty="0">
                <a:solidFill>
                  <a:schemeClr val="tx1"/>
                </a:solidFill>
              </a:rPr>
              <a:t>“Virtual lattice method for efficient Monte Carlo transport simulation of dispersion nuclear fuels,”</a:t>
            </a:r>
            <a:r>
              <a:rPr lang="en-US" sz="2000" dirty="0">
                <a:solidFill>
                  <a:schemeClr val="tx1"/>
                </a:solidFill>
              </a:rPr>
              <a:t> Computer Physics Communications, Vol. 295, 2024, Article 108985. ISSN: 0010-4655. </a:t>
            </a:r>
            <a:r>
              <a:rPr lang="en-US" sz="2000" dirty="0">
                <a:solidFill>
                  <a:schemeClr val="tx1"/>
                </a:solidFill>
                <a:hlinkClick r:id="rId7">
                  <a:extLst>
                    <a:ext uri="{A12FA001-AC4F-418D-AE19-62706E023703}">
                      <ahyp:hlinkClr xmlns:ahyp="http://schemas.microsoft.com/office/drawing/2018/hyperlinkcolor" val="tx"/>
                    </a:ext>
                  </a:extLst>
                </a:hlinkClick>
              </a:rPr>
              <a:t>https://doi.org/10.1016/j.cpc.2023.108985</a:t>
            </a:r>
            <a:endParaRPr lang="en-US" sz="2000" dirty="0">
              <a:solidFill>
                <a:schemeClr val="tx1"/>
              </a:solidFill>
            </a:endParaRPr>
          </a:p>
          <a:p>
            <a:endParaRPr lang="en-US" sz="2000" dirty="0">
              <a:solidFill>
                <a:schemeClr val="tx1"/>
              </a:solidFill>
            </a:endParaRPr>
          </a:p>
        </p:txBody>
      </p:sp>
      <p:pic>
        <p:nvPicPr>
          <p:cNvPr id="40" name="Picture 39" descr="Background pattern&#10;&#10;AI-generated content may be incorrect.">
            <a:extLst>
              <a:ext uri="{FF2B5EF4-FFF2-40B4-BE49-F238E27FC236}">
                <a16:creationId xmlns:a16="http://schemas.microsoft.com/office/drawing/2014/main" id="{AA3EFFF0-E81C-62C9-D9EF-D5FA62C21963}"/>
              </a:ext>
            </a:extLst>
          </p:cNvPr>
          <p:cNvPicPr>
            <a:picLocks noChangeAspect="1"/>
          </p:cNvPicPr>
          <p:nvPr/>
        </p:nvPicPr>
        <p:blipFill>
          <a:blip r:embed="rId8"/>
          <a:stretch>
            <a:fillRect/>
          </a:stretch>
        </p:blipFill>
        <p:spPr>
          <a:xfrm>
            <a:off x="2660091" y="24418038"/>
            <a:ext cx="9515964" cy="9381072"/>
          </a:xfrm>
          <a:prstGeom prst="rect">
            <a:avLst/>
          </a:prstGeom>
        </p:spPr>
      </p:pic>
      <p:pic>
        <p:nvPicPr>
          <p:cNvPr id="42" name="Picture 41" descr="A picture containing chart&#10;&#10;AI-generated content may be incorrect.">
            <a:extLst>
              <a:ext uri="{FF2B5EF4-FFF2-40B4-BE49-F238E27FC236}">
                <a16:creationId xmlns:a16="http://schemas.microsoft.com/office/drawing/2014/main" id="{ABE6880F-C1BC-AD2A-0221-B61DED163B98}"/>
              </a:ext>
            </a:extLst>
          </p:cNvPr>
          <p:cNvPicPr>
            <a:picLocks noChangeAspect="1"/>
          </p:cNvPicPr>
          <p:nvPr/>
        </p:nvPicPr>
        <p:blipFill>
          <a:blip r:embed="rId9"/>
          <a:stretch>
            <a:fillRect/>
          </a:stretch>
        </p:blipFill>
        <p:spPr>
          <a:xfrm>
            <a:off x="1085417" y="10525224"/>
            <a:ext cx="9059386" cy="9000558"/>
          </a:xfrm>
          <a:prstGeom prst="rect">
            <a:avLst/>
          </a:prstGeom>
        </p:spPr>
      </p:pic>
      <p:pic>
        <p:nvPicPr>
          <p:cNvPr id="48" name="Picture 47" descr="A picture containing light&#10;&#10;AI-generated content may be incorrect.">
            <a:extLst>
              <a:ext uri="{FF2B5EF4-FFF2-40B4-BE49-F238E27FC236}">
                <a16:creationId xmlns:a16="http://schemas.microsoft.com/office/drawing/2014/main" id="{183E6C7D-96D5-4C64-E335-1E764C7B24D6}"/>
              </a:ext>
            </a:extLst>
          </p:cNvPr>
          <p:cNvPicPr>
            <a:picLocks noChangeAspect="1"/>
          </p:cNvPicPr>
          <p:nvPr/>
        </p:nvPicPr>
        <p:blipFill>
          <a:blip r:embed="rId10"/>
          <a:srcRect l="43141" t="2197" r="42799" b="7347"/>
          <a:stretch>
            <a:fillRect/>
          </a:stretch>
        </p:blipFill>
        <p:spPr>
          <a:xfrm>
            <a:off x="10766391" y="10525224"/>
            <a:ext cx="2328017" cy="9549627"/>
          </a:xfrm>
          <a:prstGeom prst="rect">
            <a:avLst/>
          </a:prstGeom>
        </p:spPr>
      </p:pic>
      <p:sp>
        <p:nvSpPr>
          <p:cNvPr id="6" name="TextBox 5">
            <a:extLst>
              <a:ext uri="{FF2B5EF4-FFF2-40B4-BE49-F238E27FC236}">
                <a16:creationId xmlns:a16="http://schemas.microsoft.com/office/drawing/2014/main" id="{566DC558-B94A-A5E3-0648-9CD7B74DEE5B}"/>
              </a:ext>
            </a:extLst>
          </p:cNvPr>
          <p:cNvSpPr txBox="1"/>
          <p:nvPr/>
        </p:nvSpPr>
        <p:spPr>
          <a:xfrm>
            <a:off x="11202317" y="33993677"/>
            <a:ext cx="5021055" cy="400110"/>
          </a:xfrm>
          <a:prstGeom prst="rect">
            <a:avLst/>
          </a:prstGeom>
          <a:noFill/>
        </p:spPr>
        <p:txBody>
          <a:bodyPr wrap="none" rtlCol="0">
            <a:spAutoFit/>
          </a:bodyPr>
          <a:lstStyle/>
          <a:p>
            <a:r>
              <a:rPr lang="en-US" sz="2000" dirty="0"/>
              <a:t>BNL – NN – 20250731 – 0000072 – POST</a:t>
            </a:r>
          </a:p>
        </p:txBody>
      </p:sp>
      <p:sp>
        <p:nvSpPr>
          <p:cNvPr id="9" name="TextBox 8">
            <a:extLst>
              <a:ext uri="{FF2B5EF4-FFF2-40B4-BE49-F238E27FC236}">
                <a16:creationId xmlns:a16="http://schemas.microsoft.com/office/drawing/2014/main" id="{5A95E7F2-7D4F-C5EC-839C-BB75D37853E0}"/>
              </a:ext>
            </a:extLst>
          </p:cNvPr>
          <p:cNvSpPr txBox="1"/>
          <p:nvPr/>
        </p:nvSpPr>
        <p:spPr>
          <a:xfrm>
            <a:off x="12601802" y="34283934"/>
            <a:ext cx="2222083" cy="400110"/>
          </a:xfrm>
          <a:prstGeom prst="rect">
            <a:avLst/>
          </a:prstGeom>
          <a:noFill/>
        </p:spPr>
        <p:txBody>
          <a:bodyPr wrap="none" rtlCol="0">
            <a:spAutoFit/>
          </a:bodyPr>
          <a:lstStyle/>
          <a:p>
            <a:r>
              <a:rPr lang="en-US" sz="2000" dirty="0"/>
              <a:t>No Expert Control</a:t>
            </a:r>
          </a:p>
        </p:txBody>
      </p:sp>
    </p:spTree>
    <p:extLst>
      <p:ext uri="{BB962C8B-B14F-4D97-AF65-F5344CB8AC3E}">
        <p14:creationId xmlns:p14="http://schemas.microsoft.com/office/powerpoint/2010/main" val="3681362828"/>
      </p:ext>
    </p:extLst>
  </p:cSld>
  <p:clrMapOvr>
    <a:masterClrMapping/>
  </p:clrMapOvr>
</p:sld>
</file>

<file path=ppt/theme/theme1.xml><?xml version="1.0" encoding="utf-8"?>
<a:theme xmlns:a="http://schemas.openxmlformats.org/drawingml/2006/main" name="BNL">
  <a:themeElements>
    <a:clrScheme name="BNL Color Palette">
      <a:dk1>
        <a:srgbClr val="000000"/>
      </a:dk1>
      <a:lt1>
        <a:srgbClr val="FFFFFF"/>
      </a:lt1>
      <a:dk2>
        <a:srgbClr val="000000"/>
      </a:dk2>
      <a:lt2>
        <a:srgbClr val="FFFFFF"/>
      </a:lt2>
      <a:accent1>
        <a:srgbClr val="105C78"/>
      </a:accent1>
      <a:accent2>
        <a:srgbClr val="00ADDC"/>
      </a:accent2>
      <a:accent3>
        <a:srgbClr val="B2D33B"/>
      </a:accent3>
      <a:accent4>
        <a:srgbClr val="F68B1F"/>
      </a:accent4>
      <a:accent5>
        <a:srgbClr val="B72467"/>
      </a:accent5>
      <a:accent6>
        <a:srgbClr val="FFCD34"/>
      </a:accent6>
      <a:hlink>
        <a:srgbClr val="4881C3"/>
      </a:hlink>
      <a:folHlink>
        <a:srgbClr val="51499E"/>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0D3BA53E-6BE2-8048-A5F6-AA0FC839A105}" vid="{91D59CF0-9868-C442-9F68-4F3B9AC7D43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BNL</Template>
  <TotalTime>5974</TotalTime>
  <Words>1136</Words>
  <Application>Microsoft Macintosh PowerPoint</Application>
  <PresentationFormat>Custom</PresentationFormat>
  <Paragraphs>20</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Times New Roman</vt:lpstr>
      <vt:lpstr>BNL</vt:lpstr>
      <vt:lpstr>DEM–Monte Carlo Modeling of Burnup in a Pebble Bed Reactor</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Anderson, Richard (STUDENT)</dc:creator>
  <cp:keywords/>
  <dc:description/>
  <cp:lastModifiedBy>Anderson, Richard (STUDENT)</cp:lastModifiedBy>
  <cp:revision>2</cp:revision>
  <dcterms:created xsi:type="dcterms:W3CDTF">2025-07-24T15:22:42Z</dcterms:created>
  <dcterms:modified xsi:type="dcterms:W3CDTF">2025-07-31T17:53:56Z</dcterms:modified>
  <cp:category/>
</cp:coreProperties>
</file>